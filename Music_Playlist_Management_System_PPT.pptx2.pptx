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693400" cy="6019800"/>
  <p:notesSz cx="10693400" cy="601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7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6138"/>
            <a:ext cx="9089390" cy="1264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121F3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21F3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21F3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16-Aug-26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21F3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16-Aug-26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16-Aug-26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7921" y="144475"/>
            <a:ext cx="10346055" cy="5610860"/>
          </a:xfrm>
          <a:custGeom>
            <a:avLst/>
            <a:gdLst/>
            <a:ahLst/>
            <a:cxnLst/>
            <a:rect l="l" t="t" r="r" b="b"/>
            <a:pathLst>
              <a:path w="10346055" h="5610860">
                <a:moveTo>
                  <a:pt x="0" y="0"/>
                </a:moveTo>
                <a:lnTo>
                  <a:pt x="10346028" y="0"/>
                </a:lnTo>
                <a:lnTo>
                  <a:pt x="10346028" y="5610453"/>
                </a:lnTo>
                <a:lnTo>
                  <a:pt x="0" y="5610453"/>
                </a:lnTo>
                <a:lnTo>
                  <a:pt x="0" y="0"/>
                </a:lnTo>
                <a:close/>
              </a:path>
            </a:pathLst>
          </a:custGeom>
          <a:ln w="11147">
            <a:solidFill>
              <a:srgbClr val="4F90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884" y="343490"/>
            <a:ext cx="5582285" cy="374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121F3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9600" y="1347528"/>
            <a:ext cx="5540375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5485" y="5711795"/>
            <a:ext cx="3408045" cy="13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16-Aug-26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374" y="138760"/>
            <a:ext cx="10534650" cy="5728970"/>
            <a:chOff x="-4374" y="138760"/>
            <a:chExt cx="10534650" cy="5728970"/>
          </a:xfrm>
        </p:grpSpPr>
        <p:sp>
          <p:nvSpPr>
            <p:cNvPr id="3" name="object 3"/>
            <p:cNvSpPr/>
            <p:nvPr/>
          </p:nvSpPr>
          <p:spPr>
            <a:xfrm>
              <a:off x="1340" y="144475"/>
              <a:ext cx="10523220" cy="5610860"/>
            </a:xfrm>
            <a:custGeom>
              <a:avLst/>
              <a:gdLst/>
              <a:ahLst/>
              <a:cxnLst/>
              <a:rect l="l" t="t" r="r" b="b"/>
              <a:pathLst>
                <a:path w="10523220" h="5610860">
                  <a:moveTo>
                    <a:pt x="0" y="0"/>
                  </a:moveTo>
                  <a:lnTo>
                    <a:pt x="10522609" y="0"/>
                  </a:lnTo>
                  <a:lnTo>
                    <a:pt x="10522609" y="5610453"/>
                  </a:lnTo>
                  <a:lnTo>
                    <a:pt x="0" y="5610453"/>
                  </a:lnTo>
                </a:path>
              </a:pathLst>
            </a:custGeom>
            <a:ln w="11147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24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4025" y="3017926"/>
              <a:ext cx="184785" cy="0"/>
            </a:xfrm>
            <a:custGeom>
              <a:avLst/>
              <a:gdLst/>
              <a:ahLst/>
              <a:cxnLst/>
              <a:rect l="l" t="t" r="r" b="b"/>
              <a:pathLst>
                <a:path w="184785">
                  <a:moveTo>
                    <a:pt x="0" y="0"/>
                  </a:moveTo>
                  <a:lnTo>
                    <a:pt x="184607" y="0"/>
                  </a:lnTo>
                </a:path>
              </a:pathLst>
            </a:custGeom>
            <a:ln w="2229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95741" y="3298850"/>
              <a:ext cx="184785" cy="0"/>
            </a:xfrm>
            <a:custGeom>
              <a:avLst/>
              <a:gdLst/>
              <a:ahLst/>
              <a:cxnLst/>
              <a:rect l="l" t="t" r="r" b="b"/>
              <a:pathLst>
                <a:path w="184785">
                  <a:moveTo>
                    <a:pt x="0" y="0"/>
                  </a:moveTo>
                  <a:lnTo>
                    <a:pt x="184607" y="0"/>
                  </a:lnTo>
                </a:path>
              </a:pathLst>
            </a:custGeom>
            <a:ln w="2229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8334" y="3009333"/>
              <a:ext cx="1083564" cy="125860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 rot="10800000" flipV="1">
            <a:off x="1155698" y="3401092"/>
            <a:ext cx="1752602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05"/>
              </a:lnSpc>
              <a:spcBef>
                <a:spcPts val="105"/>
              </a:spcBef>
            </a:pPr>
            <a:r>
              <a:rPr lang="en-US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resented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64"/>
              </a:lnSpc>
            </a:pP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Samruddhi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1871" y="3328211"/>
            <a:ext cx="2192020" cy="583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95"/>
              </a:lnSpc>
              <a:spcBef>
                <a:spcPts val="105"/>
              </a:spcBef>
            </a:pPr>
            <a:r>
              <a:rPr sz="19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9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900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195"/>
              </a:lnSpc>
            </a:pPr>
            <a:r>
              <a:rPr sz="19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900" spc="-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  <a:r>
              <a:rPr sz="185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85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Mayuri</a:t>
            </a:r>
            <a:r>
              <a:rPr sz="19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Getme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063" y="4194889"/>
            <a:ext cx="8425180" cy="1085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205"/>
              </a:lnSpc>
              <a:spcBef>
                <a:spcPts val="105"/>
              </a:spcBef>
            </a:pPr>
            <a:r>
              <a:rPr sz="1900" spc="-135" dirty="0">
                <a:latin typeface="Lucida Sans Unicode"/>
                <a:cs typeface="Lucida Sans Unicode"/>
              </a:rPr>
              <a:t>Session</a:t>
            </a:r>
            <a:r>
              <a:rPr sz="1850" spc="-135" dirty="0">
                <a:latin typeface="Lucida Sans Unicode"/>
                <a:cs typeface="Lucida Sans Unicode"/>
              </a:rPr>
              <a:t>:</a:t>
            </a:r>
            <a:r>
              <a:rPr sz="1850" spc="-85" dirty="0">
                <a:latin typeface="Lucida Sans Unicode"/>
                <a:cs typeface="Lucida Sans Unicode"/>
              </a:rPr>
              <a:t> </a:t>
            </a:r>
            <a:r>
              <a:rPr sz="1900" spc="-229" dirty="0">
                <a:latin typeface="Lucida Sans Unicode"/>
                <a:cs typeface="Lucida Sans Unicode"/>
              </a:rPr>
              <a:t>2026</a:t>
            </a:r>
            <a:r>
              <a:rPr sz="1850" spc="-229" dirty="0">
                <a:latin typeface="Lucida Sans Unicode"/>
                <a:cs typeface="Lucida Sans Unicode"/>
              </a:rPr>
              <a:t>-</a:t>
            </a:r>
            <a:r>
              <a:rPr sz="1900" spc="-204" dirty="0">
                <a:latin typeface="Lucida Sans Unicode"/>
                <a:cs typeface="Lucida Sans Unicode"/>
              </a:rPr>
              <a:t>27</a:t>
            </a:r>
            <a:r>
              <a:rPr sz="1900" spc="-240" dirty="0">
                <a:latin typeface="Lucida Sans Unicode"/>
                <a:cs typeface="Lucida Sans Unicode"/>
              </a:rPr>
              <a:t> </a:t>
            </a:r>
            <a:r>
              <a:rPr sz="1850" spc="-20" dirty="0">
                <a:latin typeface="Lucida Sans Unicode"/>
                <a:cs typeface="Lucida Sans Unicode"/>
              </a:rPr>
              <a:t>(</a:t>
            </a:r>
            <a:r>
              <a:rPr sz="1900" spc="-20" dirty="0">
                <a:latin typeface="Lucida Sans Unicode"/>
                <a:cs typeface="Lucida Sans Unicode"/>
              </a:rPr>
              <a:t>ODD</a:t>
            </a:r>
            <a:r>
              <a:rPr sz="1850" spc="-20" dirty="0">
                <a:latin typeface="Lucida Sans Unicode"/>
                <a:cs typeface="Lucida Sans Unicode"/>
              </a:rPr>
              <a:t>)</a:t>
            </a:r>
            <a:endParaRPr sz="1850">
              <a:latin typeface="Lucida Sans Unicode"/>
              <a:cs typeface="Lucida Sans Unicode"/>
            </a:endParaRPr>
          </a:p>
          <a:p>
            <a:pPr marL="2966720">
              <a:lnSpc>
                <a:spcPts val="1855"/>
              </a:lnSpc>
            </a:pPr>
            <a:r>
              <a:rPr sz="1700" spc="-145" dirty="0">
                <a:latin typeface="Lucida Sans Unicode"/>
                <a:cs typeface="Lucida Sans Unicode"/>
              </a:rPr>
              <a:t>Department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of</a:t>
            </a:r>
            <a:r>
              <a:rPr sz="1700" spc="-210" dirty="0">
                <a:latin typeface="Lucida Sans Unicode"/>
                <a:cs typeface="Lucida Sans Unicode"/>
              </a:rPr>
              <a:t> </a:t>
            </a:r>
            <a:r>
              <a:rPr sz="1700" spc="-10" dirty="0">
                <a:latin typeface="Lucida Sans Unicode"/>
                <a:cs typeface="Lucida Sans Unicode"/>
              </a:rPr>
              <a:t>CSE(AI&amp;ML)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ts val="2085"/>
              </a:lnSpc>
            </a:pPr>
            <a:r>
              <a:rPr sz="1900" spc="-80" dirty="0">
                <a:latin typeface="Lucida Sans Unicode"/>
                <a:cs typeface="Lucida Sans Unicode"/>
              </a:rPr>
              <a:t>S</a:t>
            </a:r>
            <a:r>
              <a:rPr sz="1850" spc="-80" dirty="0">
                <a:latin typeface="Lucida Sans Unicode"/>
                <a:cs typeface="Lucida Sans Unicode"/>
              </a:rPr>
              <a:t>.</a:t>
            </a:r>
            <a:r>
              <a:rPr sz="1850" spc="-75" dirty="0">
                <a:latin typeface="Lucida Sans Unicode"/>
                <a:cs typeface="Lucida Sans Unicode"/>
              </a:rPr>
              <a:t> </a:t>
            </a:r>
            <a:r>
              <a:rPr sz="1900" spc="-125" dirty="0">
                <a:latin typeface="Lucida Sans Unicode"/>
                <a:cs typeface="Lucida Sans Unicode"/>
              </a:rPr>
              <a:t>B</a:t>
            </a:r>
            <a:r>
              <a:rPr sz="1850" spc="-125" dirty="0">
                <a:latin typeface="Lucida Sans Unicode"/>
                <a:cs typeface="Lucida Sans Unicode"/>
              </a:rPr>
              <a:t>.</a:t>
            </a:r>
            <a:r>
              <a:rPr sz="1850" spc="-70" dirty="0">
                <a:latin typeface="Lucida Sans Unicode"/>
                <a:cs typeface="Lucida Sans Unicode"/>
              </a:rPr>
              <a:t> </a:t>
            </a:r>
            <a:r>
              <a:rPr sz="1900" spc="-30" dirty="0">
                <a:latin typeface="Lucida Sans Unicode"/>
                <a:cs typeface="Lucida Sans Unicode"/>
              </a:rPr>
              <a:t>JAIN</a:t>
            </a:r>
            <a:r>
              <a:rPr sz="1900" spc="-170" dirty="0">
                <a:latin typeface="Lucida Sans Unicode"/>
                <a:cs typeface="Lucida Sans Unicode"/>
              </a:rPr>
              <a:t> </a:t>
            </a:r>
            <a:r>
              <a:rPr sz="1900" spc="-130" dirty="0">
                <a:latin typeface="Lucida Sans Unicode"/>
                <a:cs typeface="Lucida Sans Unicode"/>
              </a:rPr>
              <a:t>INSTITUTE</a:t>
            </a:r>
            <a:r>
              <a:rPr sz="1900" spc="-160" dirty="0">
                <a:latin typeface="Lucida Sans Unicode"/>
                <a:cs typeface="Lucida Sans Unicode"/>
              </a:rPr>
              <a:t> </a:t>
            </a:r>
            <a:r>
              <a:rPr sz="1900" spc="-75" dirty="0">
                <a:latin typeface="Lucida Sans Unicode"/>
                <a:cs typeface="Lucida Sans Unicode"/>
              </a:rPr>
              <a:t>OF</a:t>
            </a:r>
            <a:r>
              <a:rPr sz="1900" spc="-229" dirty="0">
                <a:latin typeface="Lucida Sans Unicode"/>
                <a:cs typeface="Lucida Sans Unicode"/>
              </a:rPr>
              <a:t> </a:t>
            </a:r>
            <a:r>
              <a:rPr sz="1900" spc="-114" dirty="0">
                <a:latin typeface="Lucida Sans Unicode"/>
                <a:cs typeface="Lucida Sans Unicode"/>
              </a:rPr>
              <a:t>TECHNOLOGY</a:t>
            </a:r>
            <a:r>
              <a:rPr sz="1900" spc="-310" dirty="0">
                <a:latin typeface="Lucida Sans Unicode"/>
                <a:cs typeface="Lucida Sans Unicode"/>
              </a:rPr>
              <a:t> </a:t>
            </a:r>
            <a:r>
              <a:rPr sz="1900" spc="-90" dirty="0">
                <a:latin typeface="Lucida Sans Unicode"/>
                <a:cs typeface="Lucida Sans Unicode"/>
              </a:rPr>
              <a:t>MANAGEMENT</a:t>
            </a:r>
            <a:r>
              <a:rPr sz="1900" spc="-270" dirty="0">
                <a:latin typeface="Lucida Sans Unicode"/>
                <a:cs typeface="Lucida Sans Unicode"/>
              </a:rPr>
              <a:t> </a:t>
            </a:r>
            <a:r>
              <a:rPr sz="1900" spc="-125" dirty="0">
                <a:latin typeface="Lucida Sans Unicode"/>
                <a:cs typeface="Lucida Sans Unicode"/>
              </a:rPr>
              <a:t>AND</a:t>
            </a:r>
            <a:r>
              <a:rPr sz="1900" spc="-250" dirty="0">
                <a:latin typeface="Lucida Sans Unicode"/>
                <a:cs typeface="Lucida Sans Unicode"/>
              </a:rPr>
              <a:t> </a:t>
            </a:r>
            <a:r>
              <a:rPr sz="1900" spc="-75" dirty="0">
                <a:latin typeface="Lucida Sans Unicode"/>
                <a:cs typeface="Lucida Sans Unicode"/>
              </a:rPr>
              <a:t>RESEARCH</a:t>
            </a:r>
            <a:r>
              <a:rPr sz="1850" spc="-75" dirty="0">
                <a:latin typeface="Lucida Sans Unicode"/>
                <a:cs typeface="Lucida Sans Unicode"/>
              </a:rPr>
              <a:t>, </a:t>
            </a:r>
            <a:r>
              <a:rPr sz="1900" spc="-10" dirty="0">
                <a:latin typeface="Lucida Sans Unicode"/>
                <a:cs typeface="Lucida Sans Unicode"/>
              </a:rPr>
              <a:t>NAGPUR</a:t>
            </a:r>
            <a:endParaRPr sz="1900">
              <a:latin typeface="Lucida Sans Unicode"/>
              <a:cs typeface="Lucida Sans Unicode"/>
            </a:endParaRPr>
          </a:p>
          <a:p>
            <a:pPr marL="15240" algn="ctr">
              <a:lnSpc>
                <a:spcPts val="2195"/>
              </a:lnSpc>
            </a:pPr>
            <a:r>
              <a:rPr sz="1900" spc="-140" dirty="0">
                <a:latin typeface="Lucida Sans Unicode"/>
                <a:cs typeface="Lucida Sans Unicode"/>
              </a:rPr>
              <a:t>An</a:t>
            </a:r>
            <a:r>
              <a:rPr sz="1900" spc="-170" dirty="0">
                <a:latin typeface="Lucida Sans Unicode"/>
                <a:cs typeface="Lucida Sans Unicode"/>
              </a:rPr>
              <a:t> </a:t>
            </a:r>
            <a:r>
              <a:rPr sz="1900" spc="-190" dirty="0">
                <a:latin typeface="Lucida Sans Unicode"/>
                <a:cs typeface="Lucida Sans Unicode"/>
              </a:rPr>
              <a:t>Autonomous</a:t>
            </a:r>
            <a:r>
              <a:rPr sz="1900" spc="-170" dirty="0">
                <a:latin typeface="Lucida Sans Unicode"/>
                <a:cs typeface="Lucida Sans Unicode"/>
              </a:rPr>
              <a:t> </a:t>
            </a:r>
            <a:r>
              <a:rPr sz="1900" spc="-155" dirty="0">
                <a:latin typeface="Lucida Sans Unicode"/>
                <a:cs typeface="Lucida Sans Unicode"/>
              </a:rPr>
              <a:t>Institute</a:t>
            </a:r>
            <a:r>
              <a:rPr sz="1850" spc="-155" dirty="0">
                <a:latin typeface="Lucida Sans Unicode"/>
                <a:cs typeface="Lucida Sans Unicode"/>
              </a:rPr>
              <a:t>,</a:t>
            </a:r>
            <a:r>
              <a:rPr sz="1850" spc="-75" dirty="0">
                <a:latin typeface="Lucida Sans Unicode"/>
                <a:cs typeface="Lucida Sans Unicode"/>
              </a:rPr>
              <a:t> </a:t>
            </a:r>
            <a:r>
              <a:rPr sz="1900" spc="-170" dirty="0">
                <a:latin typeface="Lucida Sans Unicode"/>
                <a:cs typeface="Lucida Sans Unicode"/>
              </a:rPr>
              <a:t>Affiliated</a:t>
            </a:r>
            <a:r>
              <a:rPr sz="1900" spc="-204" dirty="0">
                <a:latin typeface="Lucida Sans Unicode"/>
                <a:cs typeface="Lucida Sans Unicode"/>
              </a:rPr>
              <a:t> </a:t>
            </a:r>
            <a:r>
              <a:rPr sz="1900" spc="-95" dirty="0">
                <a:latin typeface="Lucida Sans Unicode"/>
                <a:cs typeface="Lucida Sans Unicode"/>
              </a:rPr>
              <a:t>to</a:t>
            </a:r>
            <a:r>
              <a:rPr sz="1900" spc="-254" dirty="0">
                <a:latin typeface="Lucida Sans Unicode"/>
                <a:cs typeface="Lucida Sans Unicode"/>
              </a:rPr>
              <a:t> </a:t>
            </a:r>
            <a:r>
              <a:rPr sz="1900" spc="-140" dirty="0">
                <a:latin typeface="Lucida Sans Unicode"/>
                <a:cs typeface="Lucida Sans Unicode"/>
              </a:rPr>
              <a:t>RTMNU</a:t>
            </a:r>
            <a:r>
              <a:rPr sz="1850" spc="-140" dirty="0">
                <a:latin typeface="Lucida Sans Unicode"/>
                <a:cs typeface="Lucida Sans Unicode"/>
              </a:rPr>
              <a:t>,</a:t>
            </a:r>
            <a:r>
              <a:rPr sz="1850" spc="-80" dirty="0">
                <a:latin typeface="Lucida Sans Unicode"/>
                <a:cs typeface="Lucida Sans Unicode"/>
              </a:rPr>
              <a:t> </a:t>
            </a:r>
            <a:r>
              <a:rPr sz="1900" spc="-10" dirty="0">
                <a:latin typeface="Lucida Sans Unicode"/>
                <a:cs typeface="Lucida Sans Unicode"/>
              </a:rPr>
              <a:t>Nagpur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18571" y="330421"/>
            <a:ext cx="6081395" cy="2198370"/>
          </a:xfrm>
          <a:custGeom>
            <a:avLst/>
            <a:gdLst/>
            <a:ahLst/>
            <a:cxnLst/>
            <a:rect l="l" t="t" r="r" b="b"/>
            <a:pathLst>
              <a:path w="6081395" h="2198370">
                <a:moveTo>
                  <a:pt x="6080781" y="2198341"/>
                </a:moveTo>
                <a:lnTo>
                  <a:pt x="0" y="2198341"/>
                </a:lnTo>
                <a:lnTo>
                  <a:pt x="0" y="0"/>
                </a:lnTo>
                <a:lnTo>
                  <a:pt x="6080781" y="0"/>
                </a:lnTo>
                <a:lnTo>
                  <a:pt x="6080781" y="21983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386527" y="305111"/>
            <a:ext cx="5944235" cy="134203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83335" marR="1293495" indent="40640" algn="ctr">
              <a:lnSpc>
                <a:spcPts val="3340"/>
              </a:lnSpc>
              <a:spcBef>
                <a:spcPts val="475"/>
              </a:spcBef>
            </a:pPr>
            <a:r>
              <a:rPr sz="3050" spc="-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Experiential</a:t>
            </a:r>
            <a:r>
              <a:rPr sz="3050" spc="-23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50" spc="-27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sz="3050" spc="-20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3050" spc="-32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50" spc="-27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sz="3000" spc="-27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3050" spc="-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sz="3050" spc="-32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270"/>
              </a:lnSpc>
            </a:pPr>
            <a:r>
              <a:rPr sz="2950" spc="-12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sz="3000" spc="-12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050" spc="-12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</a:t>
            </a:r>
            <a:r>
              <a:rPr sz="3000" spc="-12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000" spc="-42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7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050" spc="-17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3000" spc="-17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50" spc="-17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ylist</a:t>
            </a:r>
            <a:r>
              <a:rPr sz="3050" spc="-33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sz="305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00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5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300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05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00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050" spc="-24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3050" spc="-34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050" spc="-10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yst</a:t>
            </a:r>
            <a:r>
              <a:rPr sz="3000" spc="-10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050" spc="-10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950" spc="-105" dirty="0">
                <a:solidFill>
                  <a:srgbClr val="245BAC"/>
                </a:solidFill>
              </a:rPr>
              <a:t>”</a:t>
            </a:r>
            <a:endParaRPr sz="2950" dirty="0"/>
          </a:p>
        </p:txBody>
      </p:sp>
      <p:sp>
        <p:nvSpPr>
          <p:cNvPr id="14" name="object 14"/>
          <p:cNvSpPr txBox="1"/>
          <p:nvPr/>
        </p:nvSpPr>
        <p:spPr>
          <a:xfrm>
            <a:off x="2139049" y="2058345"/>
            <a:ext cx="6002655" cy="7461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266065" algn="ctr">
              <a:lnSpc>
                <a:spcPts val="3065"/>
              </a:lnSpc>
              <a:spcBef>
                <a:spcPts val="114"/>
              </a:spcBef>
            </a:pPr>
            <a:r>
              <a:rPr sz="265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2650"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5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650" spc="-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endParaRPr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585"/>
              </a:lnSpc>
            </a:pPr>
            <a:r>
              <a:rPr sz="2250" spc="-15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250" spc="-18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Programming</a:t>
            </a:r>
            <a:r>
              <a:rPr sz="2250" spc="-14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50" spc="-16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250" spc="-225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1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50" spc="-21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21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250" spc="-10" dirty="0">
                <a:solidFill>
                  <a:srgbClr val="245B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PCCCM304P</a:t>
            </a:r>
            <a:r>
              <a:rPr sz="2200" spc="-10" dirty="0">
                <a:solidFill>
                  <a:srgbClr val="245BAC"/>
                </a:solidFill>
                <a:latin typeface="Lucida Sans Unicode"/>
                <a:cs typeface="Lucida Sans Unicode"/>
              </a:rPr>
              <a:t>)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0884" y="343490"/>
            <a:ext cx="112522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45" dirty="0"/>
              <a:t>Contents</a:t>
            </a:r>
          </a:p>
        </p:txBody>
      </p:sp>
      <p:sp>
        <p:nvSpPr>
          <p:cNvPr id="6" name="object 6"/>
          <p:cNvSpPr/>
          <p:nvPr/>
        </p:nvSpPr>
        <p:spPr>
          <a:xfrm>
            <a:off x="611346" y="866851"/>
            <a:ext cx="843280" cy="48260"/>
          </a:xfrm>
          <a:custGeom>
            <a:avLst/>
            <a:gdLst/>
            <a:ahLst/>
            <a:cxnLst/>
            <a:rect l="l" t="t" r="r" b="b"/>
            <a:pathLst>
              <a:path w="843280" h="48259">
                <a:moveTo>
                  <a:pt x="842771" y="48158"/>
                </a:moveTo>
                <a:lnTo>
                  <a:pt x="0" y="48158"/>
                </a:lnTo>
                <a:lnTo>
                  <a:pt x="0" y="0"/>
                </a:lnTo>
                <a:lnTo>
                  <a:pt x="842771" y="0"/>
                </a:lnTo>
                <a:lnTo>
                  <a:pt x="842771" y="48158"/>
                </a:lnTo>
                <a:close/>
              </a:path>
            </a:pathLst>
          </a:custGeom>
          <a:solidFill>
            <a:srgbClr val="4F90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5359" y="1077450"/>
            <a:ext cx="8869680" cy="233299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835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125" dirty="0">
                <a:latin typeface="Lucida Sans Unicode"/>
                <a:cs typeface="Lucida Sans Unicode"/>
              </a:rPr>
              <a:t>Problem</a:t>
            </a:r>
            <a:r>
              <a:rPr sz="1650" spc="-180" dirty="0">
                <a:latin typeface="Lucida Sans Unicode"/>
                <a:cs typeface="Lucida Sans Unicode"/>
              </a:rPr>
              <a:t> </a:t>
            </a:r>
            <a:r>
              <a:rPr sz="1650" spc="-10" dirty="0">
                <a:latin typeface="Lucida Sans Unicode"/>
                <a:cs typeface="Lucida Sans Unicode"/>
              </a:rPr>
              <a:t>statement</a:t>
            </a:r>
            <a:endParaRPr sz="1650">
              <a:latin typeface="Lucida Sans Unicode"/>
              <a:cs typeface="Lucida Sans Unicode"/>
            </a:endParaRPr>
          </a:p>
          <a:p>
            <a:pPr marL="158115" indent="-145415">
              <a:lnSpc>
                <a:spcPct val="100000"/>
              </a:lnSpc>
              <a:spcBef>
                <a:spcPts val="745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10" dirty="0">
                <a:latin typeface="Lucida Sans Unicode"/>
                <a:cs typeface="Lucida Sans Unicode"/>
              </a:rPr>
              <a:t>Objectives</a:t>
            </a:r>
            <a:endParaRPr sz="1650">
              <a:latin typeface="Lucida Sans Unicode"/>
              <a:cs typeface="Lucida Sans Unicode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35" dirty="0">
                <a:latin typeface="Lucida Sans Unicode"/>
                <a:cs typeface="Lucida Sans Unicode"/>
              </a:rPr>
              <a:t>Algorithm</a:t>
            </a:r>
            <a:endParaRPr sz="1650">
              <a:latin typeface="Lucida Sans Unicode"/>
              <a:cs typeface="Lucida Sans Unicode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95" dirty="0">
                <a:latin typeface="Lucida Sans Unicode"/>
                <a:cs typeface="Lucida Sans Unicode"/>
              </a:rPr>
              <a:t>Flowchart</a:t>
            </a:r>
            <a:r>
              <a:rPr sz="1650" spc="-135" dirty="0">
                <a:latin typeface="Lucida Sans Unicode"/>
                <a:cs typeface="Lucida Sans Unicode"/>
              </a:rPr>
              <a:t> </a:t>
            </a:r>
            <a:r>
              <a:rPr sz="1600" spc="-240" dirty="0">
                <a:latin typeface="Lucida Sans Unicode"/>
                <a:cs typeface="Lucida Sans Unicode"/>
              </a:rPr>
              <a:t>/</a:t>
            </a:r>
            <a:r>
              <a:rPr sz="1600" spc="-125" dirty="0">
                <a:latin typeface="Lucida Sans Unicode"/>
                <a:cs typeface="Lucida Sans Unicode"/>
              </a:rPr>
              <a:t> </a:t>
            </a:r>
            <a:r>
              <a:rPr sz="1650" spc="-10" dirty="0">
                <a:latin typeface="Lucida Sans Unicode"/>
                <a:cs typeface="Lucida Sans Unicode"/>
              </a:rPr>
              <a:t>pseudocode</a:t>
            </a:r>
            <a:endParaRPr sz="1650">
              <a:latin typeface="Lucida Sans Unicode"/>
              <a:cs typeface="Lucida Sans Unicode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114" dirty="0">
                <a:latin typeface="Lucida Sans Unicode"/>
                <a:cs typeface="Lucida Sans Unicode"/>
              </a:rPr>
              <a:t>Understanding</a:t>
            </a:r>
            <a:r>
              <a:rPr sz="1650" spc="-165" dirty="0">
                <a:latin typeface="Lucida Sans Unicode"/>
                <a:cs typeface="Lucida Sans Unicode"/>
              </a:rPr>
              <a:t> </a:t>
            </a:r>
            <a:r>
              <a:rPr sz="1650" spc="-120" dirty="0">
                <a:latin typeface="Lucida Sans Unicode"/>
                <a:cs typeface="Lucida Sans Unicode"/>
              </a:rPr>
              <a:t>of</a:t>
            </a:r>
            <a:r>
              <a:rPr sz="1650" spc="-165" dirty="0">
                <a:latin typeface="Lucida Sans Unicode"/>
                <a:cs typeface="Lucida Sans Unicode"/>
              </a:rPr>
              <a:t> </a:t>
            </a:r>
            <a:r>
              <a:rPr sz="1650" spc="-110" dirty="0">
                <a:latin typeface="Lucida Sans Unicode"/>
                <a:cs typeface="Lucida Sans Unicode"/>
              </a:rPr>
              <a:t>Python</a:t>
            </a:r>
            <a:r>
              <a:rPr sz="1650" spc="-125" dirty="0">
                <a:latin typeface="Lucida Sans Unicode"/>
                <a:cs typeface="Lucida Sans Unicode"/>
              </a:rPr>
              <a:t> </a:t>
            </a:r>
            <a:r>
              <a:rPr sz="1650" spc="-20" dirty="0">
                <a:latin typeface="Lucida Sans Unicode"/>
                <a:cs typeface="Lucida Sans Unicode"/>
              </a:rPr>
              <a:t>logic</a:t>
            </a:r>
            <a:endParaRPr sz="1650">
              <a:latin typeface="Lucida Sans Unicode"/>
              <a:cs typeface="Lucida Sans Unicode"/>
            </a:endParaRPr>
          </a:p>
          <a:p>
            <a:pPr marL="12700" marR="5080" indent="145415">
              <a:lnSpc>
                <a:spcPts val="1839"/>
              </a:lnSpc>
              <a:spcBef>
                <a:spcPts val="919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130" dirty="0">
                <a:latin typeface="Lucida Sans Unicode"/>
                <a:cs typeface="Lucida Sans Unicode"/>
              </a:rPr>
              <a:t>GitHub</a:t>
            </a:r>
            <a:r>
              <a:rPr sz="1650" spc="-195" dirty="0">
                <a:latin typeface="Lucida Sans Unicode"/>
                <a:cs typeface="Lucida Sans Unicode"/>
              </a:rPr>
              <a:t> </a:t>
            </a:r>
            <a:r>
              <a:rPr sz="1650" spc="-100" dirty="0">
                <a:latin typeface="Lucida Sans Unicode"/>
                <a:cs typeface="Lucida Sans Unicode"/>
              </a:rPr>
              <a:t>account</a:t>
            </a:r>
            <a:r>
              <a:rPr sz="1600" spc="-100" dirty="0">
                <a:latin typeface="Lucida Sans Unicode"/>
                <a:cs typeface="Lucida Sans Unicode"/>
              </a:rPr>
              <a:t>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50" spc="-120" dirty="0">
                <a:latin typeface="Lucida Sans Unicode"/>
                <a:cs typeface="Lucida Sans Unicode"/>
              </a:rPr>
              <a:t>repository</a:t>
            </a:r>
            <a:r>
              <a:rPr sz="1650" spc="-235" dirty="0">
                <a:latin typeface="Lucida Sans Unicode"/>
                <a:cs typeface="Lucida Sans Unicode"/>
              </a:rPr>
              <a:t> </a:t>
            </a:r>
            <a:r>
              <a:rPr sz="1650" spc="-114" dirty="0">
                <a:latin typeface="Lucida Sans Unicode"/>
                <a:cs typeface="Lucida Sans Unicode"/>
              </a:rPr>
              <a:t>creation</a:t>
            </a:r>
            <a:r>
              <a:rPr sz="1600" spc="-114" dirty="0">
                <a:latin typeface="Lucida Sans Unicode"/>
                <a:cs typeface="Lucida Sans Unicode"/>
              </a:rPr>
              <a:t>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50" spc="-145" dirty="0">
                <a:latin typeface="Lucida Sans Unicode"/>
                <a:cs typeface="Lucida Sans Unicode"/>
              </a:rPr>
              <a:t>uploading</a:t>
            </a:r>
            <a:r>
              <a:rPr sz="1650" spc="-150" dirty="0">
                <a:latin typeface="Lucida Sans Unicode"/>
                <a:cs typeface="Lucida Sans Unicode"/>
              </a:rPr>
              <a:t> </a:t>
            </a:r>
            <a:r>
              <a:rPr sz="1650" spc="-114" dirty="0">
                <a:latin typeface="Lucida Sans Unicode"/>
                <a:cs typeface="Lucida Sans Unicode"/>
              </a:rPr>
              <a:t>code</a:t>
            </a:r>
            <a:r>
              <a:rPr sz="1600" spc="-114" dirty="0">
                <a:latin typeface="Lucida Sans Unicode"/>
                <a:cs typeface="Lucida Sans Unicode"/>
              </a:rPr>
              <a:t>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50" spc="-140" dirty="0">
                <a:latin typeface="Lucida Sans Unicode"/>
                <a:cs typeface="Lucida Sans Unicode"/>
              </a:rPr>
              <a:t>meaningful</a:t>
            </a:r>
            <a:r>
              <a:rPr sz="1650" spc="-10" dirty="0">
                <a:latin typeface="Lucida Sans Unicode"/>
                <a:cs typeface="Lucida Sans Unicode"/>
              </a:rPr>
              <a:t> </a:t>
            </a:r>
            <a:r>
              <a:rPr sz="1650" spc="-140" dirty="0">
                <a:latin typeface="Lucida Sans Unicode"/>
                <a:cs typeface="Lucida Sans Unicode"/>
              </a:rPr>
              <a:t>commits</a:t>
            </a:r>
            <a:r>
              <a:rPr sz="1600" spc="-140" dirty="0">
                <a:latin typeface="Lucida Sans Unicode"/>
                <a:cs typeface="Lucida Sans Unicode"/>
              </a:rPr>
              <a:t>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50" spc="-120" dirty="0">
                <a:latin typeface="Lucida Sans Unicode"/>
                <a:cs typeface="Lucida Sans Unicode"/>
              </a:rPr>
              <a:t>collaboration</a:t>
            </a:r>
            <a:r>
              <a:rPr sz="1600" spc="-120" dirty="0">
                <a:latin typeface="Lucida Sans Unicode"/>
                <a:cs typeface="Lucida Sans Unicode"/>
              </a:rPr>
              <a:t>,</a:t>
            </a:r>
            <a:r>
              <a:rPr sz="1600" spc="10" dirty="0">
                <a:latin typeface="Lucida Sans Unicode"/>
                <a:cs typeface="Lucida Sans Unicode"/>
              </a:rPr>
              <a:t> </a:t>
            </a:r>
            <a:r>
              <a:rPr sz="1650" spc="-90" dirty="0">
                <a:latin typeface="Lucida Sans Unicode"/>
                <a:cs typeface="Lucida Sans Unicode"/>
              </a:rPr>
              <a:t>individual </a:t>
            </a:r>
            <a:r>
              <a:rPr sz="1650" spc="-50" dirty="0">
                <a:latin typeface="Lucida Sans Unicode"/>
                <a:cs typeface="Lucida Sans Unicode"/>
              </a:rPr>
              <a:t>contribution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6300" y="5588000"/>
            <a:ext cx="1320800" cy="2540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24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74008" y="343490"/>
            <a:ext cx="3079161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-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4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40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70884" y="1268550"/>
            <a:ext cx="6076950" cy="1742439"/>
            <a:chOff x="675223" y="1155467"/>
            <a:chExt cx="6076950" cy="1742439"/>
          </a:xfrm>
        </p:grpSpPr>
        <p:sp>
          <p:nvSpPr>
            <p:cNvPr id="8" name="object 8"/>
            <p:cNvSpPr/>
            <p:nvPr/>
          </p:nvSpPr>
          <p:spPr>
            <a:xfrm>
              <a:off x="683584" y="1163827"/>
              <a:ext cx="6060440" cy="1725930"/>
            </a:xfrm>
            <a:custGeom>
              <a:avLst/>
              <a:gdLst/>
              <a:ahLst/>
              <a:cxnLst/>
              <a:rect l="l" t="t" r="r" b="b"/>
              <a:pathLst>
                <a:path w="6060440" h="1725930">
                  <a:moveTo>
                    <a:pt x="5772312" y="1725676"/>
                  </a:moveTo>
                  <a:lnTo>
                    <a:pt x="287618" y="1725676"/>
                  </a:lnTo>
                  <a:lnTo>
                    <a:pt x="240965" y="1721911"/>
                  </a:lnTo>
                  <a:lnTo>
                    <a:pt x="196708" y="1711013"/>
                  </a:lnTo>
                  <a:lnTo>
                    <a:pt x="155441" y="1693572"/>
                  </a:lnTo>
                  <a:lnTo>
                    <a:pt x="117754" y="1670182"/>
                  </a:lnTo>
                  <a:lnTo>
                    <a:pt x="84241" y="1641434"/>
                  </a:lnTo>
                  <a:lnTo>
                    <a:pt x="55493" y="1607921"/>
                  </a:lnTo>
                  <a:lnTo>
                    <a:pt x="32103" y="1570234"/>
                  </a:lnTo>
                  <a:lnTo>
                    <a:pt x="14662" y="1528967"/>
                  </a:lnTo>
                  <a:lnTo>
                    <a:pt x="3764" y="1484710"/>
                  </a:lnTo>
                  <a:lnTo>
                    <a:pt x="0" y="1438057"/>
                  </a:lnTo>
                  <a:lnTo>
                    <a:pt x="0" y="287618"/>
                  </a:lnTo>
                  <a:lnTo>
                    <a:pt x="3764" y="240965"/>
                  </a:lnTo>
                  <a:lnTo>
                    <a:pt x="14662" y="196708"/>
                  </a:lnTo>
                  <a:lnTo>
                    <a:pt x="32103" y="155441"/>
                  </a:lnTo>
                  <a:lnTo>
                    <a:pt x="55493" y="117754"/>
                  </a:lnTo>
                  <a:lnTo>
                    <a:pt x="84241" y="84241"/>
                  </a:lnTo>
                  <a:lnTo>
                    <a:pt x="117754" y="55493"/>
                  </a:lnTo>
                  <a:lnTo>
                    <a:pt x="155441" y="32103"/>
                  </a:lnTo>
                  <a:lnTo>
                    <a:pt x="196708" y="14662"/>
                  </a:lnTo>
                  <a:lnTo>
                    <a:pt x="240965" y="3764"/>
                  </a:lnTo>
                  <a:lnTo>
                    <a:pt x="287618" y="0"/>
                  </a:lnTo>
                  <a:lnTo>
                    <a:pt x="5772312" y="0"/>
                  </a:lnTo>
                  <a:lnTo>
                    <a:pt x="5818965" y="3764"/>
                  </a:lnTo>
                  <a:lnTo>
                    <a:pt x="5863222" y="14662"/>
                  </a:lnTo>
                  <a:lnTo>
                    <a:pt x="5904489" y="32103"/>
                  </a:lnTo>
                  <a:lnTo>
                    <a:pt x="5942176" y="55493"/>
                  </a:lnTo>
                  <a:lnTo>
                    <a:pt x="5975689" y="84241"/>
                  </a:lnTo>
                  <a:lnTo>
                    <a:pt x="6004437" y="117754"/>
                  </a:lnTo>
                  <a:lnTo>
                    <a:pt x="6027827" y="155441"/>
                  </a:lnTo>
                  <a:lnTo>
                    <a:pt x="6045268" y="196708"/>
                  </a:lnTo>
                  <a:lnTo>
                    <a:pt x="6056166" y="240965"/>
                  </a:lnTo>
                  <a:lnTo>
                    <a:pt x="6059931" y="287618"/>
                  </a:lnTo>
                  <a:lnTo>
                    <a:pt x="6059931" y="1438057"/>
                  </a:lnTo>
                  <a:lnTo>
                    <a:pt x="6056166" y="1484710"/>
                  </a:lnTo>
                  <a:lnTo>
                    <a:pt x="6045268" y="1528967"/>
                  </a:lnTo>
                  <a:lnTo>
                    <a:pt x="6027827" y="1570234"/>
                  </a:lnTo>
                  <a:lnTo>
                    <a:pt x="6004437" y="1607921"/>
                  </a:lnTo>
                  <a:lnTo>
                    <a:pt x="5975689" y="1641434"/>
                  </a:lnTo>
                  <a:lnTo>
                    <a:pt x="5942176" y="1670182"/>
                  </a:lnTo>
                  <a:lnTo>
                    <a:pt x="5904490" y="1693572"/>
                  </a:lnTo>
                  <a:lnTo>
                    <a:pt x="5863222" y="1711013"/>
                  </a:lnTo>
                  <a:lnTo>
                    <a:pt x="5818965" y="1721911"/>
                  </a:lnTo>
                  <a:lnTo>
                    <a:pt x="5772312" y="1725676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3584" y="1163827"/>
              <a:ext cx="6060440" cy="1725930"/>
            </a:xfrm>
            <a:custGeom>
              <a:avLst/>
              <a:gdLst/>
              <a:ahLst/>
              <a:cxnLst/>
              <a:rect l="l" t="t" r="r" b="b"/>
              <a:pathLst>
                <a:path w="6060440" h="1725930">
                  <a:moveTo>
                    <a:pt x="0" y="287618"/>
                  </a:moveTo>
                  <a:lnTo>
                    <a:pt x="3764" y="240965"/>
                  </a:lnTo>
                  <a:lnTo>
                    <a:pt x="14662" y="196708"/>
                  </a:lnTo>
                  <a:lnTo>
                    <a:pt x="32103" y="155441"/>
                  </a:lnTo>
                  <a:lnTo>
                    <a:pt x="55493" y="117754"/>
                  </a:lnTo>
                  <a:lnTo>
                    <a:pt x="84241" y="84241"/>
                  </a:lnTo>
                  <a:lnTo>
                    <a:pt x="117754" y="55493"/>
                  </a:lnTo>
                  <a:lnTo>
                    <a:pt x="155441" y="32103"/>
                  </a:lnTo>
                  <a:lnTo>
                    <a:pt x="196708" y="14662"/>
                  </a:lnTo>
                  <a:lnTo>
                    <a:pt x="240965" y="3764"/>
                  </a:lnTo>
                  <a:lnTo>
                    <a:pt x="287618" y="0"/>
                  </a:lnTo>
                  <a:lnTo>
                    <a:pt x="5772312" y="0"/>
                  </a:lnTo>
                  <a:lnTo>
                    <a:pt x="5818965" y="3764"/>
                  </a:lnTo>
                  <a:lnTo>
                    <a:pt x="5863222" y="14662"/>
                  </a:lnTo>
                  <a:lnTo>
                    <a:pt x="5904489" y="32103"/>
                  </a:lnTo>
                  <a:lnTo>
                    <a:pt x="5942176" y="55493"/>
                  </a:lnTo>
                  <a:lnTo>
                    <a:pt x="5975689" y="84241"/>
                  </a:lnTo>
                  <a:lnTo>
                    <a:pt x="6004437" y="117754"/>
                  </a:lnTo>
                  <a:lnTo>
                    <a:pt x="6027827" y="155441"/>
                  </a:lnTo>
                  <a:lnTo>
                    <a:pt x="6045268" y="196708"/>
                  </a:lnTo>
                  <a:lnTo>
                    <a:pt x="6056166" y="240965"/>
                  </a:lnTo>
                  <a:lnTo>
                    <a:pt x="6059931" y="287618"/>
                  </a:lnTo>
                  <a:lnTo>
                    <a:pt x="6059931" y="1438057"/>
                  </a:lnTo>
                  <a:lnTo>
                    <a:pt x="6056166" y="1484710"/>
                  </a:lnTo>
                  <a:lnTo>
                    <a:pt x="6045268" y="1528967"/>
                  </a:lnTo>
                  <a:lnTo>
                    <a:pt x="6027827" y="1570234"/>
                  </a:lnTo>
                  <a:lnTo>
                    <a:pt x="6004437" y="1607921"/>
                  </a:lnTo>
                  <a:lnTo>
                    <a:pt x="5975689" y="1641434"/>
                  </a:lnTo>
                  <a:lnTo>
                    <a:pt x="5942176" y="1670182"/>
                  </a:lnTo>
                  <a:lnTo>
                    <a:pt x="5904490" y="1693572"/>
                  </a:lnTo>
                  <a:lnTo>
                    <a:pt x="5863222" y="1711013"/>
                  </a:lnTo>
                  <a:lnTo>
                    <a:pt x="5818965" y="1721911"/>
                  </a:lnTo>
                  <a:lnTo>
                    <a:pt x="5772312" y="1725676"/>
                  </a:lnTo>
                  <a:lnTo>
                    <a:pt x="287618" y="1725676"/>
                  </a:lnTo>
                  <a:lnTo>
                    <a:pt x="240965" y="1721911"/>
                  </a:lnTo>
                  <a:lnTo>
                    <a:pt x="196708" y="1711013"/>
                  </a:lnTo>
                  <a:lnTo>
                    <a:pt x="155441" y="1693572"/>
                  </a:lnTo>
                  <a:lnTo>
                    <a:pt x="117754" y="1670182"/>
                  </a:lnTo>
                  <a:lnTo>
                    <a:pt x="84241" y="1641434"/>
                  </a:lnTo>
                  <a:lnTo>
                    <a:pt x="55493" y="1607921"/>
                  </a:lnTo>
                  <a:lnTo>
                    <a:pt x="32103" y="1570234"/>
                  </a:lnTo>
                  <a:lnTo>
                    <a:pt x="14662" y="1528967"/>
                  </a:lnTo>
                  <a:lnTo>
                    <a:pt x="3764" y="1484710"/>
                  </a:lnTo>
                  <a:lnTo>
                    <a:pt x="0" y="1438057"/>
                  </a:lnTo>
                  <a:lnTo>
                    <a:pt x="0" y="287618"/>
                  </a:lnTo>
                  <a:close/>
                </a:path>
              </a:pathLst>
            </a:custGeom>
            <a:ln w="16721">
              <a:solidFill>
                <a:srgbClr val="24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899600" y="1347528"/>
            <a:ext cx="5540375" cy="134010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2390775">
              <a:lnSpc>
                <a:spcPct val="100000"/>
              </a:lnSpc>
              <a:spcBef>
                <a:spcPts val="489"/>
              </a:spcBef>
            </a:pPr>
            <a:r>
              <a:rPr sz="1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z="1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sz="1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</a:t>
            </a:r>
            <a:r>
              <a:rPr sz="1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</a:t>
            </a:r>
            <a:r>
              <a:rPr sz="1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</a:t>
            </a:r>
            <a:r>
              <a:rPr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</a:t>
            </a:r>
            <a:r>
              <a:rPr sz="18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sz="1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1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1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  <a:r>
              <a:rPr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sz="1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flexible.</a:t>
            </a:r>
            <a:r>
              <a:rPr sz="1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linked-</a:t>
            </a:r>
            <a:r>
              <a:rPr sz="1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1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sz="1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r>
              <a:rPr sz="1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sz="18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sz="1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r>
              <a:rPr sz="1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1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1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</a:t>
            </a:r>
            <a:r>
              <a:rPr sz="1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1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35815" y="915111"/>
            <a:ext cx="3027045" cy="2255316"/>
            <a:chOff x="6935815" y="1155467"/>
            <a:chExt cx="3027045" cy="1742439"/>
          </a:xfrm>
        </p:grpSpPr>
        <p:sp>
          <p:nvSpPr>
            <p:cNvPr id="12" name="object 12"/>
            <p:cNvSpPr/>
            <p:nvPr/>
          </p:nvSpPr>
          <p:spPr>
            <a:xfrm>
              <a:off x="6944176" y="1163827"/>
              <a:ext cx="3009900" cy="1725930"/>
            </a:xfrm>
            <a:custGeom>
              <a:avLst/>
              <a:gdLst/>
              <a:ahLst/>
              <a:cxnLst/>
              <a:rect l="l" t="t" r="r" b="b"/>
              <a:pathLst>
                <a:path w="3009900" h="1725930">
                  <a:moveTo>
                    <a:pt x="2722281" y="1725676"/>
                  </a:moveTo>
                  <a:lnTo>
                    <a:pt x="287618" y="1725676"/>
                  </a:lnTo>
                  <a:lnTo>
                    <a:pt x="240965" y="1721911"/>
                  </a:lnTo>
                  <a:lnTo>
                    <a:pt x="196708" y="1711013"/>
                  </a:lnTo>
                  <a:lnTo>
                    <a:pt x="155441" y="1693572"/>
                  </a:lnTo>
                  <a:lnTo>
                    <a:pt x="117754" y="1670182"/>
                  </a:lnTo>
                  <a:lnTo>
                    <a:pt x="84241" y="1641434"/>
                  </a:lnTo>
                  <a:lnTo>
                    <a:pt x="55493" y="1607921"/>
                  </a:lnTo>
                  <a:lnTo>
                    <a:pt x="32103" y="1570234"/>
                  </a:lnTo>
                  <a:lnTo>
                    <a:pt x="14662" y="1528967"/>
                  </a:lnTo>
                  <a:lnTo>
                    <a:pt x="3764" y="1484710"/>
                  </a:lnTo>
                  <a:lnTo>
                    <a:pt x="0" y="1438057"/>
                  </a:lnTo>
                  <a:lnTo>
                    <a:pt x="0" y="287618"/>
                  </a:lnTo>
                  <a:lnTo>
                    <a:pt x="3764" y="240965"/>
                  </a:lnTo>
                  <a:lnTo>
                    <a:pt x="14662" y="196708"/>
                  </a:lnTo>
                  <a:lnTo>
                    <a:pt x="32103" y="155441"/>
                  </a:lnTo>
                  <a:lnTo>
                    <a:pt x="55493" y="117754"/>
                  </a:lnTo>
                  <a:lnTo>
                    <a:pt x="84241" y="84241"/>
                  </a:lnTo>
                  <a:lnTo>
                    <a:pt x="117754" y="55493"/>
                  </a:lnTo>
                  <a:lnTo>
                    <a:pt x="155441" y="32103"/>
                  </a:lnTo>
                  <a:lnTo>
                    <a:pt x="196708" y="14662"/>
                  </a:lnTo>
                  <a:lnTo>
                    <a:pt x="240965" y="3764"/>
                  </a:lnTo>
                  <a:lnTo>
                    <a:pt x="287618" y="0"/>
                  </a:lnTo>
                  <a:lnTo>
                    <a:pt x="2722281" y="0"/>
                  </a:lnTo>
                  <a:lnTo>
                    <a:pt x="2768934" y="3764"/>
                  </a:lnTo>
                  <a:lnTo>
                    <a:pt x="2813190" y="14662"/>
                  </a:lnTo>
                  <a:lnTo>
                    <a:pt x="2854458" y="32103"/>
                  </a:lnTo>
                  <a:lnTo>
                    <a:pt x="2892144" y="55493"/>
                  </a:lnTo>
                  <a:lnTo>
                    <a:pt x="2925658" y="84241"/>
                  </a:lnTo>
                  <a:lnTo>
                    <a:pt x="2954406" y="117754"/>
                  </a:lnTo>
                  <a:lnTo>
                    <a:pt x="2977796" y="155441"/>
                  </a:lnTo>
                  <a:lnTo>
                    <a:pt x="2995236" y="196708"/>
                  </a:lnTo>
                  <a:lnTo>
                    <a:pt x="3006135" y="240965"/>
                  </a:lnTo>
                  <a:lnTo>
                    <a:pt x="3009899" y="287618"/>
                  </a:lnTo>
                  <a:lnTo>
                    <a:pt x="3009899" y="1438057"/>
                  </a:lnTo>
                  <a:lnTo>
                    <a:pt x="3006135" y="1484710"/>
                  </a:lnTo>
                  <a:lnTo>
                    <a:pt x="2995236" y="1528967"/>
                  </a:lnTo>
                  <a:lnTo>
                    <a:pt x="2977796" y="1570234"/>
                  </a:lnTo>
                  <a:lnTo>
                    <a:pt x="2954406" y="1607921"/>
                  </a:lnTo>
                  <a:lnTo>
                    <a:pt x="2925658" y="1641434"/>
                  </a:lnTo>
                  <a:lnTo>
                    <a:pt x="2892144" y="1670182"/>
                  </a:lnTo>
                  <a:lnTo>
                    <a:pt x="2854458" y="1693572"/>
                  </a:lnTo>
                  <a:lnTo>
                    <a:pt x="2813190" y="1711013"/>
                  </a:lnTo>
                  <a:lnTo>
                    <a:pt x="2768934" y="1721911"/>
                  </a:lnTo>
                  <a:lnTo>
                    <a:pt x="2722281" y="1725676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4176" y="1163827"/>
              <a:ext cx="3009900" cy="1725930"/>
            </a:xfrm>
            <a:custGeom>
              <a:avLst/>
              <a:gdLst/>
              <a:ahLst/>
              <a:cxnLst/>
              <a:rect l="l" t="t" r="r" b="b"/>
              <a:pathLst>
                <a:path w="3009900" h="1725930">
                  <a:moveTo>
                    <a:pt x="0" y="287618"/>
                  </a:moveTo>
                  <a:lnTo>
                    <a:pt x="3764" y="240965"/>
                  </a:lnTo>
                  <a:lnTo>
                    <a:pt x="14662" y="196708"/>
                  </a:lnTo>
                  <a:lnTo>
                    <a:pt x="32103" y="155441"/>
                  </a:lnTo>
                  <a:lnTo>
                    <a:pt x="55493" y="117754"/>
                  </a:lnTo>
                  <a:lnTo>
                    <a:pt x="84241" y="84241"/>
                  </a:lnTo>
                  <a:lnTo>
                    <a:pt x="117754" y="55493"/>
                  </a:lnTo>
                  <a:lnTo>
                    <a:pt x="155441" y="32103"/>
                  </a:lnTo>
                  <a:lnTo>
                    <a:pt x="196708" y="14662"/>
                  </a:lnTo>
                  <a:lnTo>
                    <a:pt x="240965" y="3764"/>
                  </a:lnTo>
                  <a:lnTo>
                    <a:pt x="287618" y="0"/>
                  </a:lnTo>
                  <a:lnTo>
                    <a:pt x="2722281" y="0"/>
                  </a:lnTo>
                  <a:lnTo>
                    <a:pt x="2768934" y="3764"/>
                  </a:lnTo>
                  <a:lnTo>
                    <a:pt x="2813190" y="14662"/>
                  </a:lnTo>
                  <a:lnTo>
                    <a:pt x="2854458" y="32103"/>
                  </a:lnTo>
                  <a:lnTo>
                    <a:pt x="2892144" y="55493"/>
                  </a:lnTo>
                  <a:lnTo>
                    <a:pt x="2925658" y="84241"/>
                  </a:lnTo>
                  <a:lnTo>
                    <a:pt x="2954406" y="117754"/>
                  </a:lnTo>
                  <a:lnTo>
                    <a:pt x="2977796" y="155441"/>
                  </a:lnTo>
                  <a:lnTo>
                    <a:pt x="2995236" y="196708"/>
                  </a:lnTo>
                  <a:lnTo>
                    <a:pt x="3006135" y="240965"/>
                  </a:lnTo>
                  <a:lnTo>
                    <a:pt x="3009899" y="287618"/>
                  </a:lnTo>
                  <a:lnTo>
                    <a:pt x="3009899" y="1438057"/>
                  </a:lnTo>
                  <a:lnTo>
                    <a:pt x="3006135" y="1484710"/>
                  </a:lnTo>
                  <a:lnTo>
                    <a:pt x="2995236" y="1528967"/>
                  </a:lnTo>
                  <a:lnTo>
                    <a:pt x="2977796" y="1570234"/>
                  </a:lnTo>
                  <a:lnTo>
                    <a:pt x="2954406" y="1607921"/>
                  </a:lnTo>
                  <a:lnTo>
                    <a:pt x="2925658" y="1641434"/>
                  </a:lnTo>
                  <a:lnTo>
                    <a:pt x="2892144" y="1670182"/>
                  </a:lnTo>
                  <a:lnTo>
                    <a:pt x="2854458" y="1693572"/>
                  </a:lnTo>
                  <a:lnTo>
                    <a:pt x="2813190" y="1711013"/>
                  </a:lnTo>
                  <a:lnTo>
                    <a:pt x="2768934" y="1721911"/>
                  </a:lnTo>
                  <a:lnTo>
                    <a:pt x="2722281" y="1725676"/>
                  </a:lnTo>
                  <a:lnTo>
                    <a:pt x="287618" y="1725676"/>
                  </a:lnTo>
                  <a:lnTo>
                    <a:pt x="240965" y="1721911"/>
                  </a:lnTo>
                  <a:lnTo>
                    <a:pt x="196708" y="1711013"/>
                  </a:lnTo>
                  <a:lnTo>
                    <a:pt x="155441" y="1693572"/>
                  </a:lnTo>
                  <a:lnTo>
                    <a:pt x="117754" y="1670182"/>
                  </a:lnTo>
                  <a:lnTo>
                    <a:pt x="84241" y="1641434"/>
                  </a:lnTo>
                  <a:lnTo>
                    <a:pt x="55493" y="1607921"/>
                  </a:lnTo>
                  <a:lnTo>
                    <a:pt x="32103" y="1570234"/>
                  </a:lnTo>
                  <a:lnTo>
                    <a:pt x="14662" y="1528967"/>
                  </a:lnTo>
                  <a:lnTo>
                    <a:pt x="3764" y="1484710"/>
                  </a:lnTo>
                  <a:lnTo>
                    <a:pt x="0" y="1438057"/>
                  </a:lnTo>
                  <a:lnTo>
                    <a:pt x="0" y="287618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60191" y="1113425"/>
            <a:ext cx="2102485" cy="180467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489"/>
              </a:spcBef>
            </a:pP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  <a:spcBef>
                <a:spcPts val="380"/>
              </a:spcBef>
            </a:pP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</a:t>
            </a:r>
            <a:r>
              <a:rPr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ts val="1845"/>
              </a:lnSpc>
              <a:buSzPct val="96969"/>
              <a:buChar char="•"/>
              <a:tabLst>
                <a:tab pos="158115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ts val="1845"/>
              </a:lnSpc>
              <a:buSzPct val="96969"/>
              <a:buChar char="•"/>
              <a:tabLst>
                <a:tab pos="158115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ts val="1845"/>
              </a:lnSpc>
              <a:buSzPct val="96969"/>
              <a:buChar char="•"/>
              <a:tabLst>
                <a:tab pos="158115" algn="l"/>
              </a:tabLst>
            </a:pP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ts val="1910"/>
              </a:lnSpc>
              <a:buSzPct val="96969"/>
              <a:buChar char="•"/>
              <a:tabLst>
                <a:tab pos="158115" algn="l"/>
              </a:tabLst>
            </a:pP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5223" y="3162066"/>
            <a:ext cx="3027045" cy="1622425"/>
            <a:chOff x="675223" y="3162066"/>
            <a:chExt cx="3027045" cy="1622425"/>
          </a:xfrm>
        </p:grpSpPr>
        <p:sp>
          <p:nvSpPr>
            <p:cNvPr id="16" name="object 16"/>
            <p:cNvSpPr/>
            <p:nvPr/>
          </p:nvSpPr>
          <p:spPr>
            <a:xfrm>
              <a:off x="683584" y="3170427"/>
              <a:ext cx="3009900" cy="1605280"/>
            </a:xfrm>
            <a:custGeom>
              <a:avLst/>
              <a:gdLst/>
              <a:ahLst/>
              <a:cxnLst/>
              <a:rect l="l" t="t" r="r" b="b"/>
              <a:pathLst>
                <a:path w="3009900" h="1605279">
                  <a:moveTo>
                    <a:pt x="2742347" y="1605279"/>
                  </a:moveTo>
                  <a:lnTo>
                    <a:pt x="267552" y="1605279"/>
                  </a:lnTo>
                  <a:lnTo>
                    <a:pt x="219459" y="1600969"/>
                  </a:lnTo>
                  <a:lnTo>
                    <a:pt x="174194" y="1588541"/>
                  </a:lnTo>
                  <a:lnTo>
                    <a:pt x="132513" y="1568751"/>
                  </a:lnTo>
                  <a:lnTo>
                    <a:pt x="95171" y="1542355"/>
                  </a:lnTo>
                  <a:lnTo>
                    <a:pt x="62924" y="1510108"/>
                  </a:lnTo>
                  <a:lnTo>
                    <a:pt x="36528" y="1472766"/>
                  </a:lnTo>
                  <a:lnTo>
                    <a:pt x="16738" y="1431085"/>
                  </a:lnTo>
                  <a:lnTo>
                    <a:pt x="4310" y="1385820"/>
                  </a:lnTo>
                  <a:lnTo>
                    <a:pt x="0" y="1337727"/>
                  </a:lnTo>
                  <a:lnTo>
                    <a:pt x="0" y="267552"/>
                  </a:lnTo>
                  <a:lnTo>
                    <a:pt x="4310" y="219459"/>
                  </a:lnTo>
                  <a:lnTo>
                    <a:pt x="16738" y="174194"/>
                  </a:lnTo>
                  <a:lnTo>
                    <a:pt x="36528" y="132513"/>
                  </a:lnTo>
                  <a:lnTo>
                    <a:pt x="62924" y="95171"/>
                  </a:lnTo>
                  <a:lnTo>
                    <a:pt x="95171" y="62924"/>
                  </a:lnTo>
                  <a:lnTo>
                    <a:pt x="132513" y="36528"/>
                  </a:lnTo>
                  <a:lnTo>
                    <a:pt x="174194" y="16738"/>
                  </a:lnTo>
                  <a:lnTo>
                    <a:pt x="219459" y="4310"/>
                  </a:lnTo>
                  <a:lnTo>
                    <a:pt x="267552" y="0"/>
                  </a:lnTo>
                  <a:lnTo>
                    <a:pt x="2742347" y="0"/>
                  </a:lnTo>
                  <a:lnTo>
                    <a:pt x="2790440" y="4310"/>
                  </a:lnTo>
                  <a:lnTo>
                    <a:pt x="2835705" y="16738"/>
                  </a:lnTo>
                  <a:lnTo>
                    <a:pt x="2877386" y="36528"/>
                  </a:lnTo>
                  <a:lnTo>
                    <a:pt x="2914728" y="62924"/>
                  </a:lnTo>
                  <a:lnTo>
                    <a:pt x="2946974" y="95171"/>
                  </a:lnTo>
                  <a:lnTo>
                    <a:pt x="2973371" y="132513"/>
                  </a:lnTo>
                  <a:lnTo>
                    <a:pt x="2993160" y="174194"/>
                  </a:lnTo>
                  <a:lnTo>
                    <a:pt x="3005589" y="219459"/>
                  </a:lnTo>
                  <a:lnTo>
                    <a:pt x="3009899" y="267552"/>
                  </a:lnTo>
                  <a:lnTo>
                    <a:pt x="3009899" y="1337727"/>
                  </a:lnTo>
                  <a:lnTo>
                    <a:pt x="3005589" y="1385820"/>
                  </a:lnTo>
                  <a:lnTo>
                    <a:pt x="2993160" y="1431085"/>
                  </a:lnTo>
                  <a:lnTo>
                    <a:pt x="2973371" y="1472766"/>
                  </a:lnTo>
                  <a:lnTo>
                    <a:pt x="2946974" y="1510108"/>
                  </a:lnTo>
                  <a:lnTo>
                    <a:pt x="2914728" y="1542355"/>
                  </a:lnTo>
                  <a:lnTo>
                    <a:pt x="2877386" y="1568751"/>
                  </a:lnTo>
                  <a:lnTo>
                    <a:pt x="2835705" y="1588541"/>
                  </a:lnTo>
                  <a:lnTo>
                    <a:pt x="2790440" y="1600969"/>
                  </a:lnTo>
                  <a:lnTo>
                    <a:pt x="2742347" y="1605279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584" y="3170427"/>
              <a:ext cx="3009900" cy="1605280"/>
            </a:xfrm>
            <a:custGeom>
              <a:avLst/>
              <a:gdLst/>
              <a:ahLst/>
              <a:cxnLst/>
              <a:rect l="l" t="t" r="r" b="b"/>
              <a:pathLst>
                <a:path w="3009900" h="1605279">
                  <a:moveTo>
                    <a:pt x="0" y="267552"/>
                  </a:moveTo>
                  <a:lnTo>
                    <a:pt x="4310" y="219459"/>
                  </a:lnTo>
                  <a:lnTo>
                    <a:pt x="16738" y="174194"/>
                  </a:lnTo>
                  <a:lnTo>
                    <a:pt x="36528" y="132513"/>
                  </a:lnTo>
                  <a:lnTo>
                    <a:pt x="62924" y="95171"/>
                  </a:lnTo>
                  <a:lnTo>
                    <a:pt x="95171" y="62924"/>
                  </a:lnTo>
                  <a:lnTo>
                    <a:pt x="132513" y="36528"/>
                  </a:lnTo>
                  <a:lnTo>
                    <a:pt x="174194" y="16738"/>
                  </a:lnTo>
                  <a:lnTo>
                    <a:pt x="219459" y="4310"/>
                  </a:lnTo>
                  <a:lnTo>
                    <a:pt x="267552" y="0"/>
                  </a:lnTo>
                  <a:lnTo>
                    <a:pt x="2742347" y="0"/>
                  </a:lnTo>
                  <a:lnTo>
                    <a:pt x="2790440" y="4310"/>
                  </a:lnTo>
                  <a:lnTo>
                    <a:pt x="2835705" y="16738"/>
                  </a:lnTo>
                  <a:lnTo>
                    <a:pt x="2877386" y="36528"/>
                  </a:lnTo>
                  <a:lnTo>
                    <a:pt x="2914728" y="62924"/>
                  </a:lnTo>
                  <a:lnTo>
                    <a:pt x="2946974" y="95171"/>
                  </a:lnTo>
                  <a:lnTo>
                    <a:pt x="2973371" y="132513"/>
                  </a:lnTo>
                  <a:lnTo>
                    <a:pt x="2993160" y="174194"/>
                  </a:lnTo>
                  <a:lnTo>
                    <a:pt x="3005589" y="219459"/>
                  </a:lnTo>
                  <a:lnTo>
                    <a:pt x="3009899" y="267552"/>
                  </a:lnTo>
                  <a:lnTo>
                    <a:pt x="3009899" y="1337727"/>
                  </a:lnTo>
                  <a:lnTo>
                    <a:pt x="3005589" y="1385820"/>
                  </a:lnTo>
                  <a:lnTo>
                    <a:pt x="2993160" y="1431085"/>
                  </a:lnTo>
                  <a:lnTo>
                    <a:pt x="2973371" y="1472766"/>
                  </a:lnTo>
                  <a:lnTo>
                    <a:pt x="2946974" y="1510108"/>
                  </a:lnTo>
                  <a:lnTo>
                    <a:pt x="2914728" y="1542355"/>
                  </a:lnTo>
                  <a:lnTo>
                    <a:pt x="2877386" y="1568751"/>
                  </a:lnTo>
                  <a:lnTo>
                    <a:pt x="2835705" y="1588541"/>
                  </a:lnTo>
                  <a:lnTo>
                    <a:pt x="2790440" y="1600969"/>
                  </a:lnTo>
                  <a:lnTo>
                    <a:pt x="2742347" y="1605279"/>
                  </a:lnTo>
                  <a:lnTo>
                    <a:pt x="267552" y="1605279"/>
                  </a:lnTo>
                  <a:lnTo>
                    <a:pt x="219459" y="1600969"/>
                  </a:lnTo>
                  <a:lnTo>
                    <a:pt x="174194" y="1588541"/>
                  </a:lnTo>
                  <a:lnTo>
                    <a:pt x="132513" y="1568751"/>
                  </a:lnTo>
                  <a:lnTo>
                    <a:pt x="95171" y="1542355"/>
                  </a:lnTo>
                  <a:lnTo>
                    <a:pt x="62924" y="1510108"/>
                  </a:lnTo>
                  <a:lnTo>
                    <a:pt x="36528" y="1472766"/>
                  </a:lnTo>
                  <a:lnTo>
                    <a:pt x="16738" y="1431085"/>
                  </a:lnTo>
                  <a:lnTo>
                    <a:pt x="4310" y="1385820"/>
                  </a:lnTo>
                  <a:lnTo>
                    <a:pt x="0" y="1337727"/>
                  </a:lnTo>
                  <a:lnTo>
                    <a:pt x="0" y="267552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93723" y="3410981"/>
            <a:ext cx="2280285" cy="1109277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360680" algn="ctr">
              <a:lnSpc>
                <a:spcPct val="100000"/>
              </a:lnSpc>
              <a:spcBef>
                <a:spcPts val="489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newsong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45651" y="3162066"/>
            <a:ext cx="3027045" cy="1622425"/>
            <a:chOff x="3845651" y="3162066"/>
            <a:chExt cx="3027045" cy="1622425"/>
          </a:xfrm>
        </p:grpSpPr>
        <p:sp>
          <p:nvSpPr>
            <p:cNvPr id="20" name="object 20"/>
            <p:cNvSpPr/>
            <p:nvPr/>
          </p:nvSpPr>
          <p:spPr>
            <a:xfrm>
              <a:off x="3854012" y="3170427"/>
              <a:ext cx="3009900" cy="1605280"/>
            </a:xfrm>
            <a:custGeom>
              <a:avLst/>
              <a:gdLst/>
              <a:ahLst/>
              <a:cxnLst/>
              <a:rect l="l" t="t" r="r" b="b"/>
              <a:pathLst>
                <a:path w="3009900" h="1605279">
                  <a:moveTo>
                    <a:pt x="2742347" y="1605279"/>
                  </a:moveTo>
                  <a:lnTo>
                    <a:pt x="267552" y="1605279"/>
                  </a:lnTo>
                  <a:lnTo>
                    <a:pt x="219459" y="1600969"/>
                  </a:lnTo>
                  <a:lnTo>
                    <a:pt x="174194" y="1588541"/>
                  </a:lnTo>
                  <a:lnTo>
                    <a:pt x="132513" y="1568751"/>
                  </a:lnTo>
                  <a:lnTo>
                    <a:pt x="95171" y="1542355"/>
                  </a:lnTo>
                  <a:lnTo>
                    <a:pt x="62924" y="1510108"/>
                  </a:lnTo>
                  <a:lnTo>
                    <a:pt x="36528" y="1472766"/>
                  </a:lnTo>
                  <a:lnTo>
                    <a:pt x="16738" y="1431085"/>
                  </a:lnTo>
                  <a:lnTo>
                    <a:pt x="4310" y="1385820"/>
                  </a:lnTo>
                  <a:lnTo>
                    <a:pt x="0" y="1337727"/>
                  </a:lnTo>
                  <a:lnTo>
                    <a:pt x="0" y="267552"/>
                  </a:lnTo>
                  <a:lnTo>
                    <a:pt x="4310" y="219459"/>
                  </a:lnTo>
                  <a:lnTo>
                    <a:pt x="16738" y="174194"/>
                  </a:lnTo>
                  <a:lnTo>
                    <a:pt x="36528" y="132513"/>
                  </a:lnTo>
                  <a:lnTo>
                    <a:pt x="62924" y="95171"/>
                  </a:lnTo>
                  <a:lnTo>
                    <a:pt x="95171" y="62924"/>
                  </a:lnTo>
                  <a:lnTo>
                    <a:pt x="132513" y="36528"/>
                  </a:lnTo>
                  <a:lnTo>
                    <a:pt x="174194" y="16738"/>
                  </a:lnTo>
                  <a:lnTo>
                    <a:pt x="219459" y="4310"/>
                  </a:lnTo>
                  <a:lnTo>
                    <a:pt x="267552" y="0"/>
                  </a:lnTo>
                  <a:lnTo>
                    <a:pt x="2742347" y="0"/>
                  </a:lnTo>
                  <a:lnTo>
                    <a:pt x="2790440" y="4310"/>
                  </a:lnTo>
                  <a:lnTo>
                    <a:pt x="2835704" y="16738"/>
                  </a:lnTo>
                  <a:lnTo>
                    <a:pt x="2877385" y="36528"/>
                  </a:lnTo>
                  <a:lnTo>
                    <a:pt x="2914727" y="62924"/>
                  </a:lnTo>
                  <a:lnTo>
                    <a:pt x="2946974" y="95171"/>
                  </a:lnTo>
                  <a:lnTo>
                    <a:pt x="2973370" y="132513"/>
                  </a:lnTo>
                  <a:lnTo>
                    <a:pt x="2993160" y="174194"/>
                  </a:lnTo>
                  <a:lnTo>
                    <a:pt x="3005588" y="219459"/>
                  </a:lnTo>
                  <a:lnTo>
                    <a:pt x="3009899" y="267552"/>
                  </a:lnTo>
                  <a:lnTo>
                    <a:pt x="3009899" y="1337727"/>
                  </a:lnTo>
                  <a:lnTo>
                    <a:pt x="3005588" y="1385820"/>
                  </a:lnTo>
                  <a:lnTo>
                    <a:pt x="2993160" y="1431085"/>
                  </a:lnTo>
                  <a:lnTo>
                    <a:pt x="2973370" y="1472766"/>
                  </a:lnTo>
                  <a:lnTo>
                    <a:pt x="2946974" y="1510108"/>
                  </a:lnTo>
                  <a:lnTo>
                    <a:pt x="2914727" y="1542355"/>
                  </a:lnTo>
                  <a:lnTo>
                    <a:pt x="2877385" y="1568751"/>
                  </a:lnTo>
                  <a:lnTo>
                    <a:pt x="2835704" y="1588541"/>
                  </a:lnTo>
                  <a:lnTo>
                    <a:pt x="2790440" y="1600969"/>
                  </a:lnTo>
                  <a:lnTo>
                    <a:pt x="2742347" y="1605279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854012" y="3170427"/>
              <a:ext cx="3009900" cy="1605280"/>
            </a:xfrm>
            <a:custGeom>
              <a:avLst/>
              <a:gdLst/>
              <a:ahLst/>
              <a:cxnLst/>
              <a:rect l="l" t="t" r="r" b="b"/>
              <a:pathLst>
                <a:path w="3009900" h="1605279">
                  <a:moveTo>
                    <a:pt x="0" y="267552"/>
                  </a:moveTo>
                  <a:lnTo>
                    <a:pt x="4310" y="219459"/>
                  </a:lnTo>
                  <a:lnTo>
                    <a:pt x="16738" y="174194"/>
                  </a:lnTo>
                  <a:lnTo>
                    <a:pt x="36528" y="132513"/>
                  </a:lnTo>
                  <a:lnTo>
                    <a:pt x="62924" y="95171"/>
                  </a:lnTo>
                  <a:lnTo>
                    <a:pt x="95171" y="62924"/>
                  </a:lnTo>
                  <a:lnTo>
                    <a:pt x="132513" y="36528"/>
                  </a:lnTo>
                  <a:lnTo>
                    <a:pt x="174194" y="16738"/>
                  </a:lnTo>
                  <a:lnTo>
                    <a:pt x="219459" y="4310"/>
                  </a:lnTo>
                  <a:lnTo>
                    <a:pt x="267552" y="0"/>
                  </a:lnTo>
                  <a:lnTo>
                    <a:pt x="2742347" y="0"/>
                  </a:lnTo>
                  <a:lnTo>
                    <a:pt x="2790440" y="4310"/>
                  </a:lnTo>
                  <a:lnTo>
                    <a:pt x="2835704" y="16738"/>
                  </a:lnTo>
                  <a:lnTo>
                    <a:pt x="2877385" y="36528"/>
                  </a:lnTo>
                  <a:lnTo>
                    <a:pt x="2914727" y="62924"/>
                  </a:lnTo>
                  <a:lnTo>
                    <a:pt x="2946974" y="95171"/>
                  </a:lnTo>
                  <a:lnTo>
                    <a:pt x="2973370" y="132513"/>
                  </a:lnTo>
                  <a:lnTo>
                    <a:pt x="2993160" y="174194"/>
                  </a:lnTo>
                  <a:lnTo>
                    <a:pt x="3005588" y="219459"/>
                  </a:lnTo>
                  <a:lnTo>
                    <a:pt x="3009899" y="267552"/>
                  </a:lnTo>
                  <a:lnTo>
                    <a:pt x="3009899" y="1337727"/>
                  </a:lnTo>
                  <a:lnTo>
                    <a:pt x="3005588" y="1385820"/>
                  </a:lnTo>
                  <a:lnTo>
                    <a:pt x="2993160" y="1431085"/>
                  </a:lnTo>
                  <a:lnTo>
                    <a:pt x="2973370" y="1472766"/>
                  </a:lnTo>
                  <a:lnTo>
                    <a:pt x="2946974" y="1510108"/>
                  </a:lnTo>
                  <a:lnTo>
                    <a:pt x="2914727" y="1542355"/>
                  </a:lnTo>
                  <a:lnTo>
                    <a:pt x="2877385" y="1568751"/>
                  </a:lnTo>
                  <a:lnTo>
                    <a:pt x="2835704" y="1588541"/>
                  </a:lnTo>
                  <a:lnTo>
                    <a:pt x="2790440" y="1600969"/>
                  </a:lnTo>
                  <a:lnTo>
                    <a:pt x="2742347" y="1605279"/>
                  </a:lnTo>
                  <a:lnTo>
                    <a:pt x="267552" y="1605279"/>
                  </a:lnTo>
                  <a:lnTo>
                    <a:pt x="219459" y="1600969"/>
                  </a:lnTo>
                  <a:lnTo>
                    <a:pt x="174194" y="1588541"/>
                  </a:lnTo>
                  <a:lnTo>
                    <a:pt x="132513" y="1568751"/>
                  </a:lnTo>
                  <a:lnTo>
                    <a:pt x="95171" y="1542355"/>
                  </a:lnTo>
                  <a:lnTo>
                    <a:pt x="62924" y="1510108"/>
                  </a:lnTo>
                  <a:lnTo>
                    <a:pt x="36528" y="1472766"/>
                  </a:lnTo>
                  <a:lnTo>
                    <a:pt x="16738" y="1431085"/>
                  </a:lnTo>
                  <a:lnTo>
                    <a:pt x="4310" y="1385820"/>
                  </a:lnTo>
                  <a:lnTo>
                    <a:pt x="0" y="1337727"/>
                  </a:lnTo>
                  <a:lnTo>
                    <a:pt x="0" y="267552"/>
                  </a:lnTo>
                  <a:close/>
                </a:path>
              </a:pathLst>
            </a:custGeom>
            <a:ln w="16721">
              <a:solidFill>
                <a:srgbClr val="6F4E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64151" y="3410981"/>
            <a:ext cx="2461895" cy="1109277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615315">
              <a:lnSpc>
                <a:spcPct val="100000"/>
              </a:lnSpc>
              <a:spcBef>
                <a:spcPts val="489"/>
              </a:spcBef>
            </a:pP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1839"/>
              </a:lnSpc>
              <a:spcBef>
                <a:spcPts val="555"/>
              </a:spcBef>
            </a:pP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unwanted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75926" y="3233548"/>
            <a:ext cx="2946400" cy="1622425"/>
            <a:chOff x="7016078" y="3162066"/>
            <a:chExt cx="2946400" cy="1622425"/>
          </a:xfrm>
        </p:grpSpPr>
        <p:sp>
          <p:nvSpPr>
            <p:cNvPr id="24" name="object 24"/>
            <p:cNvSpPr/>
            <p:nvPr/>
          </p:nvSpPr>
          <p:spPr>
            <a:xfrm>
              <a:off x="7024439" y="3170427"/>
              <a:ext cx="2929890" cy="1605280"/>
            </a:xfrm>
            <a:custGeom>
              <a:avLst/>
              <a:gdLst/>
              <a:ahLst/>
              <a:cxnLst/>
              <a:rect l="l" t="t" r="r" b="b"/>
              <a:pathLst>
                <a:path w="2929890" h="1605279">
                  <a:moveTo>
                    <a:pt x="2662083" y="1605279"/>
                  </a:moveTo>
                  <a:lnTo>
                    <a:pt x="267552" y="1605279"/>
                  </a:lnTo>
                  <a:lnTo>
                    <a:pt x="219459" y="1600969"/>
                  </a:lnTo>
                  <a:lnTo>
                    <a:pt x="174194" y="1588541"/>
                  </a:lnTo>
                  <a:lnTo>
                    <a:pt x="132513" y="1568751"/>
                  </a:lnTo>
                  <a:lnTo>
                    <a:pt x="95171" y="1542355"/>
                  </a:lnTo>
                  <a:lnTo>
                    <a:pt x="62924" y="1510108"/>
                  </a:lnTo>
                  <a:lnTo>
                    <a:pt x="36528" y="1472766"/>
                  </a:lnTo>
                  <a:lnTo>
                    <a:pt x="16738" y="1431085"/>
                  </a:lnTo>
                  <a:lnTo>
                    <a:pt x="4310" y="1385820"/>
                  </a:lnTo>
                  <a:lnTo>
                    <a:pt x="0" y="1337727"/>
                  </a:lnTo>
                  <a:lnTo>
                    <a:pt x="0" y="267552"/>
                  </a:lnTo>
                  <a:lnTo>
                    <a:pt x="4310" y="219459"/>
                  </a:lnTo>
                  <a:lnTo>
                    <a:pt x="16738" y="174194"/>
                  </a:lnTo>
                  <a:lnTo>
                    <a:pt x="36528" y="132513"/>
                  </a:lnTo>
                  <a:lnTo>
                    <a:pt x="62924" y="95171"/>
                  </a:lnTo>
                  <a:lnTo>
                    <a:pt x="95171" y="62924"/>
                  </a:lnTo>
                  <a:lnTo>
                    <a:pt x="132513" y="36528"/>
                  </a:lnTo>
                  <a:lnTo>
                    <a:pt x="174194" y="16738"/>
                  </a:lnTo>
                  <a:lnTo>
                    <a:pt x="219459" y="4310"/>
                  </a:lnTo>
                  <a:lnTo>
                    <a:pt x="267552" y="0"/>
                  </a:lnTo>
                  <a:lnTo>
                    <a:pt x="2662083" y="0"/>
                  </a:lnTo>
                  <a:lnTo>
                    <a:pt x="2710176" y="4310"/>
                  </a:lnTo>
                  <a:lnTo>
                    <a:pt x="2755441" y="16738"/>
                  </a:lnTo>
                  <a:lnTo>
                    <a:pt x="2797122" y="36528"/>
                  </a:lnTo>
                  <a:lnTo>
                    <a:pt x="2834463" y="62924"/>
                  </a:lnTo>
                  <a:lnTo>
                    <a:pt x="2866710" y="95171"/>
                  </a:lnTo>
                  <a:lnTo>
                    <a:pt x="2893106" y="132513"/>
                  </a:lnTo>
                  <a:lnTo>
                    <a:pt x="2912896" y="174194"/>
                  </a:lnTo>
                  <a:lnTo>
                    <a:pt x="2925324" y="219459"/>
                  </a:lnTo>
                  <a:lnTo>
                    <a:pt x="2929635" y="267552"/>
                  </a:lnTo>
                  <a:lnTo>
                    <a:pt x="2929635" y="1337727"/>
                  </a:lnTo>
                  <a:lnTo>
                    <a:pt x="2925324" y="1385820"/>
                  </a:lnTo>
                  <a:lnTo>
                    <a:pt x="2912896" y="1431085"/>
                  </a:lnTo>
                  <a:lnTo>
                    <a:pt x="2893106" y="1472766"/>
                  </a:lnTo>
                  <a:lnTo>
                    <a:pt x="2866710" y="1510108"/>
                  </a:lnTo>
                  <a:lnTo>
                    <a:pt x="2834463" y="1542355"/>
                  </a:lnTo>
                  <a:lnTo>
                    <a:pt x="2797122" y="1568751"/>
                  </a:lnTo>
                  <a:lnTo>
                    <a:pt x="2755441" y="1588541"/>
                  </a:lnTo>
                  <a:lnTo>
                    <a:pt x="2710176" y="1600969"/>
                  </a:lnTo>
                  <a:lnTo>
                    <a:pt x="2662083" y="1605279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24439" y="3170427"/>
              <a:ext cx="2929890" cy="1605280"/>
            </a:xfrm>
            <a:custGeom>
              <a:avLst/>
              <a:gdLst/>
              <a:ahLst/>
              <a:cxnLst/>
              <a:rect l="l" t="t" r="r" b="b"/>
              <a:pathLst>
                <a:path w="2929890" h="1605279">
                  <a:moveTo>
                    <a:pt x="0" y="267552"/>
                  </a:moveTo>
                  <a:lnTo>
                    <a:pt x="4310" y="219459"/>
                  </a:lnTo>
                  <a:lnTo>
                    <a:pt x="16738" y="174194"/>
                  </a:lnTo>
                  <a:lnTo>
                    <a:pt x="36528" y="132513"/>
                  </a:lnTo>
                  <a:lnTo>
                    <a:pt x="62924" y="95171"/>
                  </a:lnTo>
                  <a:lnTo>
                    <a:pt x="95171" y="62924"/>
                  </a:lnTo>
                  <a:lnTo>
                    <a:pt x="132513" y="36528"/>
                  </a:lnTo>
                  <a:lnTo>
                    <a:pt x="174194" y="16738"/>
                  </a:lnTo>
                  <a:lnTo>
                    <a:pt x="219459" y="4310"/>
                  </a:lnTo>
                  <a:lnTo>
                    <a:pt x="267552" y="0"/>
                  </a:lnTo>
                  <a:lnTo>
                    <a:pt x="2662083" y="0"/>
                  </a:lnTo>
                  <a:lnTo>
                    <a:pt x="2710176" y="4310"/>
                  </a:lnTo>
                  <a:lnTo>
                    <a:pt x="2755441" y="16738"/>
                  </a:lnTo>
                  <a:lnTo>
                    <a:pt x="2797122" y="36528"/>
                  </a:lnTo>
                  <a:lnTo>
                    <a:pt x="2834463" y="62924"/>
                  </a:lnTo>
                  <a:lnTo>
                    <a:pt x="2866710" y="95171"/>
                  </a:lnTo>
                  <a:lnTo>
                    <a:pt x="2893106" y="132513"/>
                  </a:lnTo>
                  <a:lnTo>
                    <a:pt x="2912896" y="174194"/>
                  </a:lnTo>
                  <a:lnTo>
                    <a:pt x="2925324" y="219459"/>
                  </a:lnTo>
                  <a:lnTo>
                    <a:pt x="2929635" y="267552"/>
                  </a:lnTo>
                  <a:lnTo>
                    <a:pt x="2929635" y="1337727"/>
                  </a:lnTo>
                  <a:lnTo>
                    <a:pt x="2925324" y="1385820"/>
                  </a:lnTo>
                  <a:lnTo>
                    <a:pt x="2912896" y="1431085"/>
                  </a:lnTo>
                  <a:lnTo>
                    <a:pt x="2893106" y="1472766"/>
                  </a:lnTo>
                  <a:lnTo>
                    <a:pt x="2866710" y="1510108"/>
                  </a:lnTo>
                  <a:lnTo>
                    <a:pt x="2834463" y="1542355"/>
                  </a:lnTo>
                  <a:lnTo>
                    <a:pt x="2797122" y="1568751"/>
                  </a:lnTo>
                  <a:lnTo>
                    <a:pt x="2755441" y="1588541"/>
                  </a:lnTo>
                  <a:lnTo>
                    <a:pt x="2710176" y="1600969"/>
                  </a:lnTo>
                  <a:lnTo>
                    <a:pt x="2662083" y="1605279"/>
                  </a:lnTo>
                  <a:lnTo>
                    <a:pt x="267552" y="1605279"/>
                  </a:lnTo>
                  <a:lnTo>
                    <a:pt x="219459" y="1600969"/>
                  </a:lnTo>
                  <a:lnTo>
                    <a:pt x="174194" y="1588541"/>
                  </a:lnTo>
                  <a:lnTo>
                    <a:pt x="132513" y="1568751"/>
                  </a:lnTo>
                  <a:lnTo>
                    <a:pt x="95171" y="1542355"/>
                  </a:lnTo>
                  <a:lnTo>
                    <a:pt x="62924" y="1510108"/>
                  </a:lnTo>
                  <a:lnTo>
                    <a:pt x="36528" y="1472766"/>
                  </a:lnTo>
                  <a:lnTo>
                    <a:pt x="16738" y="1431085"/>
                  </a:lnTo>
                  <a:lnTo>
                    <a:pt x="4310" y="1385820"/>
                  </a:lnTo>
                  <a:lnTo>
                    <a:pt x="0" y="1337727"/>
                  </a:lnTo>
                  <a:lnTo>
                    <a:pt x="0" y="267552"/>
                  </a:lnTo>
                  <a:close/>
                </a:path>
              </a:pathLst>
            </a:custGeom>
            <a:ln w="16721">
              <a:solidFill>
                <a:srgbClr val="D05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234577" y="3410981"/>
            <a:ext cx="2386330" cy="1109277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887094">
              <a:lnSpc>
                <a:spcPct val="100000"/>
              </a:lnSpc>
              <a:spcBef>
                <a:spcPts val="489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6F4E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51111" y="346311"/>
            <a:ext cx="5582285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4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75223" y="1115335"/>
            <a:ext cx="2705735" cy="1582420"/>
            <a:chOff x="675223" y="1115335"/>
            <a:chExt cx="2705735" cy="1582420"/>
          </a:xfrm>
        </p:grpSpPr>
        <p:sp>
          <p:nvSpPr>
            <p:cNvPr id="8" name="object 8"/>
            <p:cNvSpPr/>
            <p:nvPr/>
          </p:nvSpPr>
          <p:spPr>
            <a:xfrm>
              <a:off x="683584" y="1123696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2427980" y="1565147"/>
                  </a:move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3584" y="1123696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0" y="260863"/>
                  </a:move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1763" y="1344183"/>
            <a:ext cx="2252980" cy="1118126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 indent="405130">
              <a:lnSpc>
                <a:spcPct val="100000"/>
              </a:lnSpc>
              <a:spcBef>
                <a:spcPts val="489"/>
              </a:spcBef>
            </a:pP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growor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shrink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sz="1600" spc="-140" dirty="0">
                <a:latin typeface="Lucida Sans Unicode"/>
                <a:cs typeface="Lucida Sans Unicode"/>
              </a:rPr>
              <a:t>.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4991" y="1115335"/>
            <a:ext cx="2705735" cy="1582420"/>
            <a:chOff x="3644991" y="1115335"/>
            <a:chExt cx="2705735" cy="1582420"/>
          </a:xfrm>
        </p:grpSpPr>
        <p:sp>
          <p:nvSpPr>
            <p:cNvPr id="12" name="object 12"/>
            <p:cNvSpPr/>
            <p:nvPr/>
          </p:nvSpPr>
          <p:spPr>
            <a:xfrm>
              <a:off x="3653352" y="1123696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2427980" y="1565147"/>
                  </a:move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0" y="4202"/>
                  </a:lnTo>
                  <a:lnTo>
                    <a:pt x="2519003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3" y="1548827"/>
                  </a:lnTo>
                  <a:lnTo>
                    <a:pt x="2474870" y="1560945"/>
                  </a:lnTo>
                  <a:lnTo>
                    <a:pt x="2427980" y="1565147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3352" y="1123696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0" y="260863"/>
                  </a:move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0" y="4202"/>
                  </a:lnTo>
                  <a:lnTo>
                    <a:pt x="2519003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3" y="1548827"/>
                  </a:lnTo>
                  <a:lnTo>
                    <a:pt x="2474870" y="1560945"/>
                  </a:lnTo>
                  <a:lnTo>
                    <a:pt x="2427980" y="1565147"/>
                  </a:ln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close/>
                </a:path>
              </a:pathLst>
            </a:custGeom>
            <a:ln w="16721">
              <a:solidFill>
                <a:srgbClr val="24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61532" y="1344183"/>
            <a:ext cx="1757680" cy="110236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 indent="672465">
              <a:lnSpc>
                <a:spcPct val="100000"/>
              </a:lnSpc>
              <a:spcBef>
                <a:spcPts val="489"/>
              </a:spcBef>
            </a:pPr>
            <a:r>
              <a:rPr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beginning,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end,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4759" y="1115335"/>
            <a:ext cx="2705735" cy="1582420"/>
            <a:chOff x="6614759" y="1115335"/>
            <a:chExt cx="2705735" cy="1582420"/>
          </a:xfrm>
        </p:grpSpPr>
        <p:sp>
          <p:nvSpPr>
            <p:cNvPr id="16" name="object 16"/>
            <p:cNvSpPr/>
            <p:nvPr/>
          </p:nvSpPr>
          <p:spPr>
            <a:xfrm>
              <a:off x="6623119" y="1123696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2427980" y="1565147"/>
                  </a:move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2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1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1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2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23119" y="1123696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0" y="260863"/>
                  </a:move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2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1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1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2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close/>
                </a:path>
              </a:pathLst>
            </a:custGeom>
            <a:ln w="16721">
              <a:solidFill>
                <a:srgbClr val="D05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31298" y="1344183"/>
            <a:ext cx="2242820" cy="1118126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489"/>
              </a:spcBef>
            </a:pP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reconnect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sz="1600" spc="-10" dirty="0">
                <a:latin typeface="Lucida Sans Unicode"/>
                <a:cs typeface="Lucida Sans Unicode"/>
              </a:rPr>
              <a:t>.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5223" y="3001539"/>
            <a:ext cx="2705735" cy="1582420"/>
            <a:chOff x="675223" y="3001539"/>
            <a:chExt cx="2705735" cy="1582420"/>
          </a:xfrm>
        </p:grpSpPr>
        <p:sp>
          <p:nvSpPr>
            <p:cNvPr id="20" name="object 20"/>
            <p:cNvSpPr/>
            <p:nvPr/>
          </p:nvSpPr>
          <p:spPr>
            <a:xfrm>
              <a:off x="683584" y="3009899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2427980" y="1565147"/>
                  </a:move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3584" y="3009899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0" y="260863"/>
                  </a:move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close/>
                </a:path>
              </a:pathLst>
            </a:custGeom>
            <a:ln w="16721">
              <a:solidFill>
                <a:srgbClr val="6F4E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91763" y="3230387"/>
            <a:ext cx="2079625" cy="110236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540385">
              <a:lnSpc>
                <a:spcPct val="100000"/>
              </a:lnSpc>
              <a:spcBef>
                <a:spcPts val="489"/>
              </a:spcBef>
            </a:pP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</a:t>
            </a:r>
            <a:r>
              <a:rPr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09729" y="3113336"/>
            <a:ext cx="2705735" cy="1582420"/>
            <a:chOff x="3644991" y="3001539"/>
            <a:chExt cx="2705735" cy="1582420"/>
          </a:xfrm>
        </p:grpSpPr>
        <p:sp>
          <p:nvSpPr>
            <p:cNvPr id="24" name="object 24"/>
            <p:cNvSpPr/>
            <p:nvPr/>
          </p:nvSpPr>
          <p:spPr>
            <a:xfrm>
              <a:off x="3653352" y="3009899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2427980" y="1565147"/>
                  </a:move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0" y="4202"/>
                  </a:lnTo>
                  <a:lnTo>
                    <a:pt x="2519003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3" y="1548827"/>
                  </a:lnTo>
                  <a:lnTo>
                    <a:pt x="2474870" y="1560945"/>
                  </a:lnTo>
                  <a:lnTo>
                    <a:pt x="2427980" y="1565147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3352" y="3009899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0" y="260863"/>
                  </a:move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0" y="4202"/>
                  </a:lnTo>
                  <a:lnTo>
                    <a:pt x="2519003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1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0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0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1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3" y="1548827"/>
                  </a:lnTo>
                  <a:lnTo>
                    <a:pt x="2474870" y="1560945"/>
                  </a:lnTo>
                  <a:lnTo>
                    <a:pt x="2427980" y="1565147"/>
                  </a:ln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close/>
                </a:path>
              </a:pathLst>
            </a:custGeom>
            <a:ln w="16721">
              <a:solidFill>
                <a:srgbClr val="DFAB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61532" y="3230387"/>
            <a:ext cx="2232660" cy="110236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489"/>
              </a:spcBef>
            </a:pP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</a:t>
            </a:r>
            <a:r>
              <a:rPr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and,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list,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539508" y="3001326"/>
            <a:ext cx="2705735" cy="1582420"/>
            <a:chOff x="6614759" y="3001539"/>
            <a:chExt cx="2705735" cy="1582420"/>
          </a:xfrm>
        </p:grpSpPr>
        <p:sp>
          <p:nvSpPr>
            <p:cNvPr id="28" name="object 28"/>
            <p:cNvSpPr/>
            <p:nvPr/>
          </p:nvSpPr>
          <p:spPr>
            <a:xfrm>
              <a:off x="6623119" y="3009899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2427980" y="1565147"/>
                  </a:move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2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1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1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2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23119" y="3009899"/>
              <a:ext cx="2689225" cy="1565275"/>
            </a:xfrm>
            <a:custGeom>
              <a:avLst/>
              <a:gdLst/>
              <a:ahLst/>
              <a:cxnLst/>
              <a:rect l="l" t="t" r="r" b="b"/>
              <a:pathLst>
                <a:path w="2689225" h="1565275">
                  <a:moveTo>
                    <a:pt x="0" y="260863"/>
                  </a:moveTo>
                  <a:lnTo>
                    <a:pt x="4202" y="213972"/>
                  </a:lnTo>
                  <a:lnTo>
                    <a:pt x="16320" y="169839"/>
                  </a:lnTo>
                  <a:lnTo>
                    <a:pt x="35615" y="129200"/>
                  </a:lnTo>
                  <a:lnTo>
                    <a:pt x="61351" y="92792"/>
                  </a:lnTo>
                  <a:lnTo>
                    <a:pt x="92792" y="61351"/>
                  </a:lnTo>
                  <a:lnTo>
                    <a:pt x="129200" y="35615"/>
                  </a:lnTo>
                  <a:lnTo>
                    <a:pt x="169839" y="16320"/>
                  </a:lnTo>
                  <a:lnTo>
                    <a:pt x="213972" y="4202"/>
                  </a:lnTo>
                  <a:lnTo>
                    <a:pt x="260863" y="0"/>
                  </a:lnTo>
                  <a:lnTo>
                    <a:pt x="2427980" y="0"/>
                  </a:lnTo>
                  <a:lnTo>
                    <a:pt x="2474871" y="4202"/>
                  </a:lnTo>
                  <a:lnTo>
                    <a:pt x="2519004" y="16320"/>
                  </a:lnTo>
                  <a:lnTo>
                    <a:pt x="2559643" y="35615"/>
                  </a:lnTo>
                  <a:lnTo>
                    <a:pt x="2596051" y="61351"/>
                  </a:lnTo>
                  <a:lnTo>
                    <a:pt x="2627492" y="92792"/>
                  </a:lnTo>
                  <a:lnTo>
                    <a:pt x="2653228" y="129200"/>
                  </a:lnTo>
                  <a:lnTo>
                    <a:pt x="2672523" y="169839"/>
                  </a:lnTo>
                  <a:lnTo>
                    <a:pt x="2684641" y="213972"/>
                  </a:lnTo>
                  <a:lnTo>
                    <a:pt x="2688843" y="260863"/>
                  </a:lnTo>
                  <a:lnTo>
                    <a:pt x="2688843" y="1304284"/>
                  </a:lnTo>
                  <a:lnTo>
                    <a:pt x="2684641" y="1351175"/>
                  </a:lnTo>
                  <a:lnTo>
                    <a:pt x="2672523" y="1395308"/>
                  </a:lnTo>
                  <a:lnTo>
                    <a:pt x="2653228" y="1435947"/>
                  </a:lnTo>
                  <a:lnTo>
                    <a:pt x="2627492" y="1472355"/>
                  </a:lnTo>
                  <a:lnTo>
                    <a:pt x="2596051" y="1503796"/>
                  </a:lnTo>
                  <a:lnTo>
                    <a:pt x="2559643" y="1529532"/>
                  </a:lnTo>
                  <a:lnTo>
                    <a:pt x="2519004" y="1548827"/>
                  </a:lnTo>
                  <a:lnTo>
                    <a:pt x="2474871" y="1560945"/>
                  </a:lnTo>
                  <a:lnTo>
                    <a:pt x="2427980" y="1565147"/>
                  </a:lnTo>
                  <a:lnTo>
                    <a:pt x="260863" y="1565147"/>
                  </a:lnTo>
                  <a:lnTo>
                    <a:pt x="213972" y="1560945"/>
                  </a:lnTo>
                  <a:lnTo>
                    <a:pt x="169839" y="1548827"/>
                  </a:lnTo>
                  <a:lnTo>
                    <a:pt x="129200" y="1529532"/>
                  </a:lnTo>
                  <a:lnTo>
                    <a:pt x="92792" y="1503796"/>
                  </a:lnTo>
                  <a:lnTo>
                    <a:pt x="61351" y="1472355"/>
                  </a:lnTo>
                  <a:lnTo>
                    <a:pt x="35615" y="1435947"/>
                  </a:lnTo>
                  <a:lnTo>
                    <a:pt x="16320" y="1395308"/>
                  </a:lnTo>
                  <a:lnTo>
                    <a:pt x="4202" y="1351175"/>
                  </a:lnTo>
                  <a:lnTo>
                    <a:pt x="0" y="1304284"/>
                  </a:lnTo>
                  <a:lnTo>
                    <a:pt x="0" y="260863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31298" y="3113336"/>
            <a:ext cx="2295525" cy="1351651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489"/>
              </a:spcBef>
            </a:pP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classes,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objects,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references,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10" dirty="0">
                <a:latin typeface="Lucida Sans Unicode"/>
                <a:cs typeface="Lucida Sans Unicode"/>
              </a:rPr>
              <a:t>.</a:t>
            </a:r>
            <a:endParaRPr dirty="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898900" y="338713"/>
            <a:ext cx="2125669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29" dirty="0"/>
              <a:t>3</a:t>
            </a:r>
            <a:r>
              <a:rPr sz="2400"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4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5095" y="1021265"/>
            <a:ext cx="8884920" cy="2584682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58115" indent="-145415">
              <a:lnSpc>
                <a:spcPct val="100000"/>
              </a:lnSpc>
              <a:spcBef>
                <a:spcPts val="835"/>
              </a:spcBef>
              <a:buSzPct val="96969"/>
              <a:buChar char="•"/>
              <a:tabLst>
                <a:tab pos="158115" algn="l"/>
              </a:tabLst>
            </a:pPr>
            <a:r>
              <a:rPr sz="1650" spc="-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pc="-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ct val="100000"/>
              </a:lnSpc>
              <a:spcBef>
                <a:spcPts val="745"/>
              </a:spcBef>
              <a:buSzPct val="96969"/>
              <a:buChar char="•"/>
              <a:tabLst>
                <a:tab pos="158115" algn="l"/>
              </a:tabLst>
            </a:pP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node,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head/tail.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node,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reconnect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nodes,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SEARCH: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node's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title/artist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ct val="100000"/>
              </a:lnSpc>
              <a:spcBef>
                <a:spcPts val="740"/>
              </a:spcBef>
              <a:buSzPct val="96969"/>
              <a:buChar char="•"/>
              <a:tabLst>
                <a:tab pos="158115" algn="l"/>
              </a:tabLst>
            </a:pP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TRAVERSE: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tail;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115" indent="-145415">
              <a:lnSpc>
                <a:spcPct val="100000"/>
              </a:lnSpc>
              <a:spcBef>
                <a:spcPts val="745"/>
              </a:spcBef>
              <a:buSzPct val="96969"/>
              <a:buChar char="•"/>
              <a:tabLst>
                <a:tab pos="158115" algn="l"/>
              </a:tabLst>
            </a:pPr>
            <a:r>
              <a:rPr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D05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0884" y="343490"/>
            <a:ext cx="5582285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4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sz="2400" b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4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163638" y="1072133"/>
            <a:ext cx="2350770" cy="464820"/>
            <a:chOff x="4163638" y="1072133"/>
            <a:chExt cx="2350770" cy="464820"/>
          </a:xfrm>
        </p:grpSpPr>
        <p:sp>
          <p:nvSpPr>
            <p:cNvPr id="8" name="object 8"/>
            <p:cNvSpPr/>
            <p:nvPr/>
          </p:nvSpPr>
          <p:spPr>
            <a:xfrm>
              <a:off x="4175068" y="1083563"/>
              <a:ext cx="2327910" cy="441959"/>
            </a:xfrm>
            <a:custGeom>
              <a:avLst/>
              <a:gdLst/>
              <a:ahLst/>
              <a:cxnLst/>
              <a:rect l="l" t="t" r="r" b="b"/>
              <a:pathLst>
                <a:path w="2327909" h="441959">
                  <a:moveTo>
                    <a:pt x="2254079" y="441452"/>
                  </a:moveTo>
                  <a:lnTo>
                    <a:pt x="73576" y="441452"/>
                  </a:lnTo>
                  <a:lnTo>
                    <a:pt x="44937" y="435670"/>
                  </a:lnTo>
                  <a:lnTo>
                    <a:pt x="21550" y="419901"/>
                  </a:lnTo>
                  <a:lnTo>
                    <a:pt x="5782" y="396514"/>
                  </a:lnTo>
                  <a:lnTo>
                    <a:pt x="0" y="367875"/>
                  </a:lnTo>
                  <a:lnTo>
                    <a:pt x="0" y="73576"/>
                  </a:lnTo>
                  <a:lnTo>
                    <a:pt x="5782" y="44937"/>
                  </a:lnTo>
                  <a:lnTo>
                    <a:pt x="21550" y="21550"/>
                  </a:lnTo>
                  <a:lnTo>
                    <a:pt x="44937" y="5782"/>
                  </a:lnTo>
                  <a:lnTo>
                    <a:pt x="73576" y="0"/>
                  </a:lnTo>
                  <a:lnTo>
                    <a:pt x="2254079" y="0"/>
                  </a:lnTo>
                  <a:lnTo>
                    <a:pt x="2282718" y="5782"/>
                  </a:lnTo>
                  <a:lnTo>
                    <a:pt x="2306105" y="21550"/>
                  </a:lnTo>
                  <a:lnTo>
                    <a:pt x="2321873" y="44937"/>
                  </a:lnTo>
                  <a:lnTo>
                    <a:pt x="2327656" y="73576"/>
                  </a:lnTo>
                  <a:lnTo>
                    <a:pt x="2327656" y="367875"/>
                  </a:lnTo>
                  <a:lnTo>
                    <a:pt x="2321873" y="396514"/>
                  </a:lnTo>
                  <a:lnTo>
                    <a:pt x="2306105" y="419901"/>
                  </a:lnTo>
                  <a:lnTo>
                    <a:pt x="2282718" y="435670"/>
                  </a:lnTo>
                  <a:lnTo>
                    <a:pt x="2254079" y="441452"/>
                  </a:lnTo>
                  <a:close/>
                </a:path>
              </a:pathLst>
            </a:custGeom>
            <a:solidFill>
              <a:srgbClr val="E4F4F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4175068" y="1083563"/>
              <a:ext cx="2327910" cy="441959"/>
            </a:xfrm>
            <a:custGeom>
              <a:avLst/>
              <a:gdLst/>
              <a:ahLst/>
              <a:cxnLst/>
              <a:rect l="l" t="t" r="r" b="b"/>
              <a:pathLst>
                <a:path w="2327909" h="441959">
                  <a:moveTo>
                    <a:pt x="0" y="73576"/>
                  </a:moveTo>
                  <a:lnTo>
                    <a:pt x="21550" y="21550"/>
                  </a:lnTo>
                  <a:lnTo>
                    <a:pt x="73576" y="0"/>
                  </a:lnTo>
                  <a:lnTo>
                    <a:pt x="2254079" y="0"/>
                  </a:lnTo>
                  <a:lnTo>
                    <a:pt x="2282718" y="5782"/>
                  </a:lnTo>
                  <a:lnTo>
                    <a:pt x="2306105" y="21550"/>
                  </a:lnTo>
                  <a:lnTo>
                    <a:pt x="2321873" y="44937"/>
                  </a:lnTo>
                  <a:lnTo>
                    <a:pt x="2327656" y="73576"/>
                  </a:lnTo>
                  <a:lnTo>
                    <a:pt x="2327656" y="367875"/>
                  </a:lnTo>
                  <a:lnTo>
                    <a:pt x="2321873" y="396514"/>
                  </a:lnTo>
                  <a:lnTo>
                    <a:pt x="2306105" y="419901"/>
                  </a:lnTo>
                  <a:lnTo>
                    <a:pt x="2282718" y="435670"/>
                  </a:lnTo>
                  <a:lnTo>
                    <a:pt x="2254079" y="441452"/>
                  </a:lnTo>
                  <a:lnTo>
                    <a:pt x="73576" y="441452"/>
                  </a:lnTo>
                  <a:lnTo>
                    <a:pt x="21550" y="419901"/>
                  </a:lnTo>
                  <a:lnTo>
                    <a:pt x="0" y="367875"/>
                  </a:lnTo>
                  <a:lnTo>
                    <a:pt x="0" y="73576"/>
                  </a:lnTo>
                  <a:close/>
                </a:path>
              </a:pathLst>
            </a:custGeom>
            <a:ln w="22295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36353" y="1146264"/>
            <a:ext cx="640080" cy="287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sz="17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13880" y="1645411"/>
            <a:ext cx="3050540" cy="441959"/>
          </a:xfrm>
          <a:custGeom>
            <a:avLst/>
            <a:gdLst/>
            <a:ahLst/>
            <a:cxnLst/>
            <a:rect l="l" t="t" r="r" b="b"/>
            <a:pathLst>
              <a:path w="3050540" h="441960">
                <a:moveTo>
                  <a:pt x="0" y="73576"/>
                </a:moveTo>
                <a:lnTo>
                  <a:pt x="21550" y="21550"/>
                </a:lnTo>
                <a:lnTo>
                  <a:pt x="73576" y="0"/>
                </a:lnTo>
                <a:lnTo>
                  <a:pt x="2976454" y="0"/>
                </a:lnTo>
                <a:lnTo>
                  <a:pt x="3005094" y="5782"/>
                </a:lnTo>
                <a:lnTo>
                  <a:pt x="3028481" y="21550"/>
                </a:lnTo>
                <a:lnTo>
                  <a:pt x="3044249" y="44937"/>
                </a:lnTo>
                <a:lnTo>
                  <a:pt x="3050031" y="73576"/>
                </a:lnTo>
                <a:lnTo>
                  <a:pt x="3050031" y="367875"/>
                </a:lnTo>
                <a:lnTo>
                  <a:pt x="3044249" y="396514"/>
                </a:lnTo>
                <a:lnTo>
                  <a:pt x="3028481" y="419901"/>
                </a:lnTo>
                <a:lnTo>
                  <a:pt x="3005094" y="435670"/>
                </a:lnTo>
                <a:lnTo>
                  <a:pt x="2976454" y="441452"/>
                </a:lnTo>
                <a:lnTo>
                  <a:pt x="73576" y="441452"/>
                </a:lnTo>
                <a:lnTo>
                  <a:pt x="21550" y="419901"/>
                </a:lnTo>
                <a:lnTo>
                  <a:pt x="0" y="367875"/>
                </a:lnTo>
                <a:lnTo>
                  <a:pt x="0" y="73576"/>
                </a:lnTo>
                <a:close/>
              </a:path>
            </a:pathLst>
          </a:custGeom>
          <a:ln w="22295">
            <a:solidFill>
              <a:srgbClr val="24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73060" y="1708111"/>
            <a:ext cx="1930400" cy="287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spc="-95" dirty="0">
                <a:latin typeface="Lucida Sans Unicode"/>
                <a:cs typeface="Lucida Sans Unicode"/>
              </a:rPr>
              <a:t>Create</a:t>
            </a:r>
            <a:r>
              <a:rPr sz="1700" spc="-215" dirty="0">
                <a:latin typeface="Lucida Sans Unicode"/>
                <a:cs typeface="Lucida Sans Unicode"/>
              </a:rPr>
              <a:t> </a:t>
            </a:r>
            <a:r>
              <a:rPr sz="1700" spc="-229" dirty="0">
                <a:latin typeface="Lucida Sans Unicode"/>
                <a:cs typeface="Lucida Sans Unicode"/>
              </a:rPr>
              <a:t>/</a:t>
            </a:r>
            <a:r>
              <a:rPr sz="1700" spc="-215" dirty="0">
                <a:latin typeface="Lucida Sans Unicode"/>
                <a:cs typeface="Lucida Sans Unicode"/>
              </a:rPr>
              <a:t> </a:t>
            </a:r>
            <a:r>
              <a:rPr sz="1700" spc="-114" dirty="0">
                <a:latin typeface="Lucida Sans Unicode"/>
                <a:cs typeface="Lucida Sans Unicode"/>
              </a:rPr>
              <a:t>Load</a:t>
            </a:r>
            <a:r>
              <a:rPr sz="1700" spc="-22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Playlist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4408" y="2207260"/>
            <a:ext cx="2729230" cy="441959"/>
          </a:xfrm>
          <a:prstGeom prst="rect">
            <a:avLst/>
          </a:prstGeom>
          <a:ln w="22295">
            <a:solidFill>
              <a:srgbClr val="6F4E97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605"/>
              </a:spcBef>
            </a:pPr>
            <a:r>
              <a:rPr sz="1700" spc="-114" dirty="0">
                <a:latin typeface="Lucida Sans Unicode"/>
                <a:cs typeface="Lucida Sans Unicode"/>
              </a:rPr>
              <a:t>Display</a:t>
            </a:r>
            <a:r>
              <a:rPr sz="1700" spc="-280" dirty="0">
                <a:latin typeface="Lucida Sans Unicode"/>
                <a:cs typeface="Lucida Sans Unicode"/>
              </a:rPr>
              <a:t> </a:t>
            </a:r>
            <a:r>
              <a:rPr sz="1700" spc="-20" dirty="0">
                <a:latin typeface="Lucida Sans Unicode"/>
                <a:cs typeface="Lucida Sans Unicode"/>
              </a:rPr>
              <a:t>Menu</a:t>
            </a:r>
            <a:endParaRPr sz="17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13880" y="2781081"/>
            <a:ext cx="3097445" cy="453558"/>
          </a:xfrm>
          <a:custGeom>
            <a:avLst/>
            <a:gdLst/>
            <a:ahLst/>
            <a:cxnLst/>
            <a:rect l="l" t="t" r="r" b="b"/>
            <a:pathLst>
              <a:path w="2809240" h="441960">
                <a:moveTo>
                  <a:pt x="0" y="220726"/>
                </a:moveTo>
                <a:lnTo>
                  <a:pt x="1404619" y="0"/>
                </a:lnTo>
                <a:lnTo>
                  <a:pt x="2809239" y="220726"/>
                </a:lnTo>
                <a:lnTo>
                  <a:pt x="1404619" y="441452"/>
                </a:lnTo>
                <a:lnTo>
                  <a:pt x="0" y="220726"/>
                </a:lnTo>
                <a:close/>
              </a:path>
            </a:pathLst>
          </a:custGeom>
          <a:ln w="22295">
            <a:solidFill>
              <a:srgbClr val="DFAB45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6" name="object 16"/>
          <p:cNvGrpSpPr/>
          <p:nvPr/>
        </p:nvGrpSpPr>
        <p:grpSpPr>
          <a:xfrm>
            <a:off x="3360998" y="3399790"/>
            <a:ext cx="3956050" cy="544830"/>
            <a:chOff x="3360998" y="3399790"/>
            <a:chExt cx="3956050" cy="544830"/>
          </a:xfrm>
        </p:grpSpPr>
        <p:sp>
          <p:nvSpPr>
            <p:cNvPr id="17" name="object 17"/>
            <p:cNvSpPr/>
            <p:nvPr/>
          </p:nvSpPr>
          <p:spPr>
            <a:xfrm>
              <a:off x="3372428" y="3411220"/>
              <a:ext cx="3933190" cy="521970"/>
            </a:xfrm>
            <a:custGeom>
              <a:avLst/>
              <a:gdLst/>
              <a:ahLst/>
              <a:cxnLst/>
              <a:rect l="l" t="t" r="r" b="b"/>
              <a:pathLst>
                <a:path w="3933190" h="521970">
                  <a:moveTo>
                    <a:pt x="3845981" y="521715"/>
                  </a:moveTo>
                  <a:lnTo>
                    <a:pt x="86954" y="521715"/>
                  </a:lnTo>
                  <a:lnTo>
                    <a:pt x="53107" y="514882"/>
                  </a:lnTo>
                  <a:lnTo>
                    <a:pt x="25468" y="496247"/>
                  </a:lnTo>
                  <a:lnTo>
                    <a:pt x="6833" y="468608"/>
                  </a:lnTo>
                  <a:lnTo>
                    <a:pt x="0" y="434761"/>
                  </a:lnTo>
                  <a:lnTo>
                    <a:pt x="0" y="86954"/>
                  </a:lnTo>
                  <a:lnTo>
                    <a:pt x="6833" y="53107"/>
                  </a:lnTo>
                  <a:lnTo>
                    <a:pt x="25468" y="25468"/>
                  </a:lnTo>
                  <a:lnTo>
                    <a:pt x="53107" y="6833"/>
                  </a:lnTo>
                  <a:lnTo>
                    <a:pt x="86954" y="0"/>
                  </a:lnTo>
                  <a:lnTo>
                    <a:pt x="3845981" y="0"/>
                  </a:lnTo>
                  <a:lnTo>
                    <a:pt x="3879828" y="6833"/>
                  </a:lnTo>
                  <a:lnTo>
                    <a:pt x="3907467" y="25468"/>
                  </a:lnTo>
                  <a:lnTo>
                    <a:pt x="3926102" y="53107"/>
                  </a:lnTo>
                  <a:lnTo>
                    <a:pt x="3932935" y="86954"/>
                  </a:lnTo>
                  <a:lnTo>
                    <a:pt x="3932935" y="434761"/>
                  </a:lnTo>
                  <a:lnTo>
                    <a:pt x="3926102" y="468608"/>
                  </a:lnTo>
                  <a:lnTo>
                    <a:pt x="3907467" y="496247"/>
                  </a:lnTo>
                  <a:lnTo>
                    <a:pt x="3879828" y="514882"/>
                  </a:lnTo>
                  <a:lnTo>
                    <a:pt x="3845981" y="521715"/>
                  </a:lnTo>
                  <a:close/>
                </a:path>
              </a:pathLst>
            </a:custGeom>
            <a:solidFill>
              <a:srgbClr val="E4F4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72428" y="3411220"/>
              <a:ext cx="3933190" cy="521970"/>
            </a:xfrm>
            <a:custGeom>
              <a:avLst/>
              <a:gdLst/>
              <a:ahLst/>
              <a:cxnLst/>
              <a:rect l="l" t="t" r="r" b="b"/>
              <a:pathLst>
                <a:path w="3933190" h="521970">
                  <a:moveTo>
                    <a:pt x="0" y="86954"/>
                  </a:moveTo>
                  <a:lnTo>
                    <a:pt x="25468" y="25468"/>
                  </a:lnTo>
                  <a:lnTo>
                    <a:pt x="86954" y="0"/>
                  </a:lnTo>
                  <a:lnTo>
                    <a:pt x="3845981" y="0"/>
                  </a:lnTo>
                  <a:lnTo>
                    <a:pt x="3879828" y="6833"/>
                  </a:lnTo>
                  <a:lnTo>
                    <a:pt x="3907467" y="25468"/>
                  </a:lnTo>
                  <a:lnTo>
                    <a:pt x="3926102" y="53107"/>
                  </a:lnTo>
                  <a:lnTo>
                    <a:pt x="3932935" y="86954"/>
                  </a:lnTo>
                  <a:lnTo>
                    <a:pt x="3932935" y="434761"/>
                  </a:lnTo>
                  <a:lnTo>
                    <a:pt x="3926102" y="468608"/>
                  </a:lnTo>
                  <a:lnTo>
                    <a:pt x="3907467" y="496247"/>
                  </a:lnTo>
                  <a:lnTo>
                    <a:pt x="3879828" y="514882"/>
                  </a:lnTo>
                  <a:lnTo>
                    <a:pt x="3845981" y="521715"/>
                  </a:lnTo>
                  <a:lnTo>
                    <a:pt x="86954" y="521715"/>
                  </a:lnTo>
                  <a:lnTo>
                    <a:pt x="25468" y="496247"/>
                  </a:lnTo>
                  <a:lnTo>
                    <a:pt x="0" y="434761"/>
                  </a:lnTo>
                  <a:lnTo>
                    <a:pt x="0" y="86954"/>
                  </a:lnTo>
                  <a:close/>
                </a:path>
              </a:pathLst>
            </a:custGeom>
            <a:ln w="22295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04854" y="3514052"/>
            <a:ext cx="2870835" cy="287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spc="-175" dirty="0">
                <a:latin typeface="Lucida Sans Unicode"/>
                <a:cs typeface="Lucida Sans Unicode"/>
              </a:rPr>
              <a:t>Add</a:t>
            </a:r>
            <a:r>
              <a:rPr sz="1700" spc="-235" dirty="0">
                <a:latin typeface="Lucida Sans Unicode"/>
                <a:cs typeface="Lucida Sans Unicode"/>
              </a:rPr>
              <a:t> </a:t>
            </a:r>
            <a:r>
              <a:rPr sz="1700" spc="-229" dirty="0">
                <a:latin typeface="Lucida Sans Unicode"/>
                <a:cs typeface="Lucida Sans Unicode"/>
              </a:rPr>
              <a:t>/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-100" dirty="0">
                <a:latin typeface="Lucida Sans Unicode"/>
                <a:cs typeface="Lucida Sans Unicode"/>
              </a:rPr>
              <a:t>Delete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-229" dirty="0">
                <a:latin typeface="Lucida Sans Unicode"/>
                <a:cs typeface="Lucida Sans Unicode"/>
              </a:rPr>
              <a:t>/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-85" dirty="0">
                <a:latin typeface="Lucida Sans Unicode"/>
                <a:cs typeface="Lucida Sans Unicode"/>
              </a:rPr>
              <a:t>Search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spc="-229" dirty="0">
                <a:latin typeface="Lucida Sans Unicode"/>
                <a:cs typeface="Lucida Sans Unicode"/>
              </a:rPr>
              <a:t>/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-110" dirty="0">
                <a:latin typeface="Lucida Sans Unicode"/>
                <a:cs typeface="Lucida Sans Unicode"/>
              </a:rPr>
              <a:t>Traverse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92823" y="4133595"/>
            <a:ext cx="3692525" cy="521970"/>
          </a:xfrm>
          <a:custGeom>
            <a:avLst/>
            <a:gdLst/>
            <a:ahLst/>
            <a:cxnLst/>
            <a:rect l="l" t="t" r="r" b="b"/>
            <a:pathLst>
              <a:path w="3692525" h="521970">
                <a:moveTo>
                  <a:pt x="0" y="86954"/>
                </a:moveTo>
                <a:lnTo>
                  <a:pt x="25468" y="25468"/>
                </a:lnTo>
                <a:lnTo>
                  <a:pt x="86954" y="0"/>
                </a:lnTo>
                <a:lnTo>
                  <a:pt x="3605188" y="0"/>
                </a:lnTo>
                <a:lnTo>
                  <a:pt x="3639035" y="6833"/>
                </a:lnTo>
                <a:lnTo>
                  <a:pt x="3666675" y="25468"/>
                </a:lnTo>
                <a:lnTo>
                  <a:pt x="3685310" y="53107"/>
                </a:lnTo>
                <a:lnTo>
                  <a:pt x="3692143" y="86954"/>
                </a:lnTo>
                <a:lnTo>
                  <a:pt x="3692143" y="434761"/>
                </a:lnTo>
                <a:lnTo>
                  <a:pt x="3685310" y="468608"/>
                </a:lnTo>
                <a:lnTo>
                  <a:pt x="3666675" y="496247"/>
                </a:lnTo>
                <a:lnTo>
                  <a:pt x="3639035" y="514882"/>
                </a:lnTo>
                <a:lnTo>
                  <a:pt x="3605188" y="521716"/>
                </a:lnTo>
                <a:lnTo>
                  <a:pt x="86954" y="521716"/>
                </a:lnTo>
                <a:lnTo>
                  <a:pt x="25468" y="496247"/>
                </a:lnTo>
                <a:lnTo>
                  <a:pt x="0" y="434761"/>
                </a:lnTo>
                <a:lnTo>
                  <a:pt x="0" y="86954"/>
                </a:lnTo>
                <a:close/>
              </a:path>
            </a:pathLst>
          </a:custGeom>
          <a:ln w="22295">
            <a:solidFill>
              <a:srgbClr val="24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99609" y="4236429"/>
            <a:ext cx="2693670" cy="287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spc="-114" dirty="0">
                <a:latin typeface="Lucida Sans Unicode"/>
                <a:cs typeface="Lucida Sans Unicode"/>
              </a:rPr>
              <a:t>Update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Links</a:t>
            </a:r>
            <a:r>
              <a:rPr sz="1700" spc="-180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Lucida Sans Unicode"/>
                <a:cs typeface="Lucida Sans Unicode"/>
              </a:rPr>
              <a:t>&amp;</a:t>
            </a:r>
            <a:r>
              <a:rPr sz="1700" spc="-310" dirty="0">
                <a:latin typeface="Lucida Sans Unicode"/>
                <a:cs typeface="Lucida Sans Unicode"/>
              </a:rPr>
              <a:t> </a:t>
            </a:r>
            <a:r>
              <a:rPr sz="1700" spc="-114" dirty="0">
                <a:latin typeface="Lucida Sans Unicode"/>
                <a:cs typeface="Lucida Sans Unicode"/>
              </a:rPr>
              <a:t>Display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-85" dirty="0">
                <a:latin typeface="Lucida Sans Unicode"/>
                <a:cs typeface="Lucida Sans Unicode"/>
              </a:rPr>
              <a:t>Result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5068" y="4855971"/>
            <a:ext cx="2327910" cy="441959"/>
          </a:xfrm>
          <a:custGeom>
            <a:avLst/>
            <a:gdLst/>
            <a:ahLst/>
            <a:cxnLst/>
            <a:rect l="l" t="t" r="r" b="b"/>
            <a:pathLst>
              <a:path w="2327909" h="441960">
                <a:moveTo>
                  <a:pt x="0" y="220726"/>
                </a:moveTo>
                <a:lnTo>
                  <a:pt x="1163827" y="0"/>
                </a:lnTo>
                <a:lnTo>
                  <a:pt x="2327656" y="220726"/>
                </a:lnTo>
                <a:lnTo>
                  <a:pt x="1163827" y="441452"/>
                </a:lnTo>
                <a:lnTo>
                  <a:pt x="0" y="220726"/>
                </a:lnTo>
                <a:close/>
              </a:path>
            </a:pathLst>
          </a:custGeom>
          <a:ln w="22295">
            <a:solidFill>
              <a:srgbClr val="D056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14388" y="4918672"/>
            <a:ext cx="452120" cy="287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spc="-85" dirty="0">
                <a:latin typeface="Lucida Sans Unicode"/>
                <a:cs typeface="Lucida Sans Unicode"/>
              </a:rPr>
              <a:t>Exit?</a:t>
            </a:r>
            <a:endParaRPr sz="170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26633" y="1525016"/>
            <a:ext cx="24765" cy="682625"/>
            <a:chOff x="5326633" y="1525016"/>
            <a:chExt cx="24765" cy="682625"/>
          </a:xfrm>
        </p:grpSpPr>
        <p:sp>
          <p:nvSpPr>
            <p:cNvPr id="25" name="object 25"/>
            <p:cNvSpPr/>
            <p:nvPr/>
          </p:nvSpPr>
          <p:spPr>
            <a:xfrm>
              <a:off x="5338895" y="1525016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h="120650">
                  <a:moveTo>
                    <a:pt x="0" y="0"/>
                  </a:moveTo>
                  <a:lnTo>
                    <a:pt x="0" y="120395"/>
                  </a:lnTo>
                </a:path>
              </a:pathLst>
            </a:custGeom>
            <a:ln w="2452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8895" y="2086863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h="120650">
                  <a:moveTo>
                    <a:pt x="0" y="0"/>
                  </a:moveTo>
                  <a:lnTo>
                    <a:pt x="0" y="120396"/>
                  </a:lnTo>
                </a:path>
              </a:pathLst>
            </a:custGeom>
            <a:ln w="2452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334061" y="2648711"/>
            <a:ext cx="24765" cy="2207260"/>
            <a:chOff x="5326633" y="2648711"/>
            <a:chExt cx="24765" cy="2207260"/>
          </a:xfrm>
        </p:grpSpPr>
        <p:sp>
          <p:nvSpPr>
            <p:cNvPr id="28" name="object 28"/>
            <p:cNvSpPr/>
            <p:nvPr/>
          </p:nvSpPr>
          <p:spPr>
            <a:xfrm>
              <a:off x="5338895" y="2648711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h="120650">
                  <a:moveTo>
                    <a:pt x="0" y="0"/>
                  </a:moveTo>
                  <a:lnTo>
                    <a:pt x="0" y="120395"/>
                  </a:lnTo>
                </a:path>
              </a:pathLst>
            </a:custGeom>
            <a:ln w="2452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38895" y="3210559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659"/>
                  </a:lnTo>
                </a:path>
              </a:pathLst>
            </a:custGeom>
            <a:ln w="2452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338895" y="3932935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659"/>
                  </a:lnTo>
                </a:path>
              </a:pathLst>
            </a:custGeom>
            <a:ln w="2452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38895" y="4655311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659"/>
                  </a:lnTo>
                </a:path>
              </a:pathLst>
            </a:custGeom>
            <a:ln w="24525">
              <a:solidFill>
                <a:srgbClr val="5860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94959" y="1075203"/>
            <a:ext cx="2425065" cy="4231005"/>
            <a:chOff x="594959" y="1075203"/>
            <a:chExt cx="2425065" cy="4231005"/>
          </a:xfrm>
        </p:grpSpPr>
        <p:sp>
          <p:nvSpPr>
            <p:cNvPr id="33" name="object 33"/>
            <p:cNvSpPr/>
            <p:nvPr/>
          </p:nvSpPr>
          <p:spPr>
            <a:xfrm>
              <a:off x="603320" y="1083563"/>
              <a:ext cx="2407920" cy="4213860"/>
            </a:xfrm>
            <a:custGeom>
              <a:avLst/>
              <a:gdLst/>
              <a:ahLst/>
              <a:cxnLst/>
              <a:rect l="l" t="t" r="r" b="b"/>
              <a:pathLst>
                <a:path w="2407920" h="4213860">
                  <a:moveTo>
                    <a:pt x="2006591" y="4213859"/>
                  </a:moveTo>
                  <a:lnTo>
                    <a:pt x="401328" y="4213859"/>
                  </a:lnTo>
                  <a:lnTo>
                    <a:pt x="354524" y="4211159"/>
                  </a:lnTo>
                  <a:lnTo>
                    <a:pt x="309307" y="4203260"/>
                  </a:lnTo>
                  <a:lnTo>
                    <a:pt x="265976" y="4190463"/>
                  </a:lnTo>
                  <a:lnTo>
                    <a:pt x="224834" y="4173068"/>
                  </a:lnTo>
                  <a:lnTo>
                    <a:pt x="186180" y="4151377"/>
                  </a:lnTo>
                  <a:lnTo>
                    <a:pt x="150317" y="4125692"/>
                  </a:lnTo>
                  <a:lnTo>
                    <a:pt x="117546" y="4096313"/>
                  </a:lnTo>
                  <a:lnTo>
                    <a:pt x="88167" y="4063542"/>
                  </a:lnTo>
                  <a:lnTo>
                    <a:pt x="62481" y="4027679"/>
                  </a:lnTo>
                  <a:lnTo>
                    <a:pt x="40791" y="3989025"/>
                  </a:lnTo>
                  <a:lnTo>
                    <a:pt x="23396" y="3947883"/>
                  </a:lnTo>
                  <a:lnTo>
                    <a:pt x="10599" y="3904552"/>
                  </a:lnTo>
                  <a:lnTo>
                    <a:pt x="2700" y="3859335"/>
                  </a:lnTo>
                  <a:lnTo>
                    <a:pt x="0" y="3812531"/>
                  </a:lnTo>
                  <a:lnTo>
                    <a:pt x="0" y="401328"/>
                  </a:lnTo>
                  <a:lnTo>
                    <a:pt x="2700" y="354524"/>
                  </a:lnTo>
                  <a:lnTo>
                    <a:pt x="10599" y="309307"/>
                  </a:lnTo>
                  <a:lnTo>
                    <a:pt x="23396" y="265976"/>
                  </a:lnTo>
                  <a:lnTo>
                    <a:pt x="40791" y="224834"/>
                  </a:lnTo>
                  <a:lnTo>
                    <a:pt x="62481" y="186180"/>
                  </a:lnTo>
                  <a:lnTo>
                    <a:pt x="88167" y="150317"/>
                  </a:lnTo>
                  <a:lnTo>
                    <a:pt x="117546" y="117546"/>
                  </a:lnTo>
                  <a:lnTo>
                    <a:pt x="150317" y="88167"/>
                  </a:lnTo>
                  <a:lnTo>
                    <a:pt x="186180" y="62481"/>
                  </a:lnTo>
                  <a:lnTo>
                    <a:pt x="224834" y="40791"/>
                  </a:lnTo>
                  <a:lnTo>
                    <a:pt x="265976" y="23396"/>
                  </a:lnTo>
                  <a:lnTo>
                    <a:pt x="309307" y="10599"/>
                  </a:lnTo>
                  <a:lnTo>
                    <a:pt x="354524" y="2700"/>
                  </a:lnTo>
                  <a:lnTo>
                    <a:pt x="401328" y="0"/>
                  </a:lnTo>
                  <a:lnTo>
                    <a:pt x="2006591" y="0"/>
                  </a:lnTo>
                  <a:lnTo>
                    <a:pt x="2053395" y="2700"/>
                  </a:lnTo>
                  <a:lnTo>
                    <a:pt x="2098612" y="10599"/>
                  </a:lnTo>
                  <a:lnTo>
                    <a:pt x="2141943" y="23396"/>
                  </a:lnTo>
                  <a:lnTo>
                    <a:pt x="2183085" y="40791"/>
                  </a:lnTo>
                  <a:lnTo>
                    <a:pt x="2221738" y="62481"/>
                  </a:lnTo>
                  <a:lnTo>
                    <a:pt x="2257601" y="88167"/>
                  </a:lnTo>
                  <a:lnTo>
                    <a:pt x="2290373" y="117546"/>
                  </a:lnTo>
                  <a:lnTo>
                    <a:pt x="2319752" y="150317"/>
                  </a:lnTo>
                  <a:lnTo>
                    <a:pt x="2345437" y="186180"/>
                  </a:lnTo>
                  <a:lnTo>
                    <a:pt x="2367128" y="224834"/>
                  </a:lnTo>
                  <a:lnTo>
                    <a:pt x="2384522" y="265976"/>
                  </a:lnTo>
                  <a:lnTo>
                    <a:pt x="2397320" y="309307"/>
                  </a:lnTo>
                  <a:lnTo>
                    <a:pt x="2405219" y="354524"/>
                  </a:lnTo>
                  <a:lnTo>
                    <a:pt x="2407919" y="401328"/>
                  </a:lnTo>
                  <a:lnTo>
                    <a:pt x="2407919" y="3812531"/>
                  </a:lnTo>
                  <a:lnTo>
                    <a:pt x="2405219" y="3859335"/>
                  </a:lnTo>
                  <a:lnTo>
                    <a:pt x="2397320" y="3904552"/>
                  </a:lnTo>
                  <a:lnTo>
                    <a:pt x="2384522" y="3947883"/>
                  </a:lnTo>
                  <a:lnTo>
                    <a:pt x="2367128" y="3989025"/>
                  </a:lnTo>
                  <a:lnTo>
                    <a:pt x="2345437" y="4027679"/>
                  </a:lnTo>
                  <a:lnTo>
                    <a:pt x="2319752" y="4063542"/>
                  </a:lnTo>
                  <a:lnTo>
                    <a:pt x="2290373" y="4096313"/>
                  </a:lnTo>
                  <a:lnTo>
                    <a:pt x="2257601" y="4125692"/>
                  </a:lnTo>
                  <a:lnTo>
                    <a:pt x="2221738" y="4151377"/>
                  </a:lnTo>
                  <a:lnTo>
                    <a:pt x="2183085" y="4173068"/>
                  </a:lnTo>
                  <a:lnTo>
                    <a:pt x="2141943" y="4190463"/>
                  </a:lnTo>
                  <a:lnTo>
                    <a:pt x="2098612" y="4203260"/>
                  </a:lnTo>
                  <a:lnTo>
                    <a:pt x="2053395" y="4211159"/>
                  </a:lnTo>
                  <a:lnTo>
                    <a:pt x="2006591" y="4213859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3320" y="1083563"/>
              <a:ext cx="2407920" cy="4213860"/>
            </a:xfrm>
            <a:custGeom>
              <a:avLst/>
              <a:gdLst/>
              <a:ahLst/>
              <a:cxnLst/>
              <a:rect l="l" t="t" r="r" b="b"/>
              <a:pathLst>
                <a:path w="2407920" h="4213860">
                  <a:moveTo>
                    <a:pt x="0" y="401328"/>
                  </a:moveTo>
                  <a:lnTo>
                    <a:pt x="2700" y="354524"/>
                  </a:lnTo>
                  <a:lnTo>
                    <a:pt x="10599" y="309307"/>
                  </a:lnTo>
                  <a:lnTo>
                    <a:pt x="23396" y="265976"/>
                  </a:lnTo>
                  <a:lnTo>
                    <a:pt x="40791" y="224834"/>
                  </a:lnTo>
                  <a:lnTo>
                    <a:pt x="62481" y="186180"/>
                  </a:lnTo>
                  <a:lnTo>
                    <a:pt x="88167" y="150317"/>
                  </a:lnTo>
                  <a:lnTo>
                    <a:pt x="117546" y="117546"/>
                  </a:lnTo>
                  <a:lnTo>
                    <a:pt x="150317" y="88167"/>
                  </a:lnTo>
                  <a:lnTo>
                    <a:pt x="186180" y="62481"/>
                  </a:lnTo>
                  <a:lnTo>
                    <a:pt x="224834" y="40791"/>
                  </a:lnTo>
                  <a:lnTo>
                    <a:pt x="265976" y="23396"/>
                  </a:lnTo>
                  <a:lnTo>
                    <a:pt x="309307" y="10599"/>
                  </a:lnTo>
                  <a:lnTo>
                    <a:pt x="354524" y="2700"/>
                  </a:lnTo>
                  <a:lnTo>
                    <a:pt x="401328" y="0"/>
                  </a:lnTo>
                  <a:lnTo>
                    <a:pt x="2006591" y="0"/>
                  </a:lnTo>
                  <a:lnTo>
                    <a:pt x="2053395" y="2700"/>
                  </a:lnTo>
                  <a:lnTo>
                    <a:pt x="2098612" y="10599"/>
                  </a:lnTo>
                  <a:lnTo>
                    <a:pt x="2141943" y="23396"/>
                  </a:lnTo>
                  <a:lnTo>
                    <a:pt x="2183085" y="40791"/>
                  </a:lnTo>
                  <a:lnTo>
                    <a:pt x="2221738" y="62481"/>
                  </a:lnTo>
                  <a:lnTo>
                    <a:pt x="2257601" y="88167"/>
                  </a:lnTo>
                  <a:lnTo>
                    <a:pt x="2290373" y="117546"/>
                  </a:lnTo>
                  <a:lnTo>
                    <a:pt x="2319752" y="150317"/>
                  </a:lnTo>
                  <a:lnTo>
                    <a:pt x="2345437" y="186180"/>
                  </a:lnTo>
                  <a:lnTo>
                    <a:pt x="2367128" y="224834"/>
                  </a:lnTo>
                  <a:lnTo>
                    <a:pt x="2384522" y="265976"/>
                  </a:lnTo>
                  <a:lnTo>
                    <a:pt x="2397320" y="309307"/>
                  </a:lnTo>
                  <a:lnTo>
                    <a:pt x="2405219" y="354524"/>
                  </a:lnTo>
                  <a:lnTo>
                    <a:pt x="2407919" y="401328"/>
                  </a:lnTo>
                  <a:lnTo>
                    <a:pt x="2407919" y="3812531"/>
                  </a:lnTo>
                  <a:lnTo>
                    <a:pt x="2405219" y="3859335"/>
                  </a:lnTo>
                  <a:lnTo>
                    <a:pt x="2397320" y="3904552"/>
                  </a:lnTo>
                  <a:lnTo>
                    <a:pt x="2384522" y="3947883"/>
                  </a:lnTo>
                  <a:lnTo>
                    <a:pt x="2367128" y="3989025"/>
                  </a:lnTo>
                  <a:lnTo>
                    <a:pt x="2345437" y="4027679"/>
                  </a:lnTo>
                  <a:lnTo>
                    <a:pt x="2319752" y="4063542"/>
                  </a:lnTo>
                  <a:lnTo>
                    <a:pt x="2290373" y="4096313"/>
                  </a:lnTo>
                  <a:lnTo>
                    <a:pt x="2257601" y="4125692"/>
                  </a:lnTo>
                  <a:lnTo>
                    <a:pt x="2221738" y="4151377"/>
                  </a:lnTo>
                  <a:lnTo>
                    <a:pt x="2183085" y="4173068"/>
                  </a:lnTo>
                  <a:lnTo>
                    <a:pt x="2141943" y="4190463"/>
                  </a:lnTo>
                  <a:lnTo>
                    <a:pt x="2098612" y="4203260"/>
                  </a:lnTo>
                  <a:lnTo>
                    <a:pt x="2053395" y="4211159"/>
                  </a:lnTo>
                  <a:lnTo>
                    <a:pt x="2006591" y="4213859"/>
                  </a:lnTo>
                  <a:lnTo>
                    <a:pt x="401328" y="4213859"/>
                  </a:lnTo>
                  <a:lnTo>
                    <a:pt x="354524" y="4211159"/>
                  </a:lnTo>
                  <a:lnTo>
                    <a:pt x="309307" y="4203260"/>
                  </a:lnTo>
                  <a:lnTo>
                    <a:pt x="265976" y="4190463"/>
                  </a:lnTo>
                  <a:lnTo>
                    <a:pt x="224834" y="4173068"/>
                  </a:lnTo>
                  <a:lnTo>
                    <a:pt x="186180" y="4151377"/>
                  </a:lnTo>
                  <a:lnTo>
                    <a:pt x="150317" y="4125692"/>
                  </a:lnTo>
                  <a:lnTo>
                    <a:pt x="117546" y="4096313"/>
                  </a:lnTo>
                  <a:lnTo>
                    <a:pt x="88167" y="4063542"/>
                  </a:lnTo>
                  <a:lnTo>
                    <a:pt x="62481" y="4027679"/>
                  </a:lnTo>
                  <a:lnTo>
                    <a:pt x="40791" y="3989025"/>
                  </a:lnTo>
                  <a:lnTo>
                    <a:pt x="23396" y="3947883"/>
                  </a:lnTo>
                  <a:lnTo>
                    <a:pt x="10599" y="3904552"/>
                  </a:lnTo>
                  <a:lnTo>
                    <a:pt x="2700" y="3859335"/>
                  </a:lnTo>
                  <a:lnTo>
                    <a:pt x="0" y="3812531"/>
                  </a:lnTo>
                  <a:lnTo>
                    <a:pt x="0" y="401328"/>
                  </a:lnTo>
                  <a:close/>
                </a:path>
              </a:pathLst>
            </a:custGeom>
            <a:ln w="16721">
              <a:solidFill>
                <a:srgbClr val="6F4E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52640" y="1106735"/>
            <a:ext cx="1891030" cy="411009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403225">
              <a:lnSpc>
                <a:spcPct val="100000"/>
              </a:lnSpc>
              <a:spcBef>
                <a:spcPts val="489"/>
              </a:spcBef>
            </a:pP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  <a:spcBef>
                <a:spcPts val="38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2384">
              <a:lnSpc>
                <a:spcPts val="1839"/>
              </a:lnSpc>
              <a:spcBef>
                <a:spcPts val="105"/>
              </a:spcBef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745"/>
              </a:lnSpc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24FEDC-AA4A-5EB8-04C3-88BADCCC6DFD}"/>
              </a:ext>
            </a:extLst>
          </p:cNvPr>
          <p:cNvSpPr txBox="1"/>
          <p:nvPr/>
        </p:nvSpPr>
        <p:spPr>
          <a:xfrm>
            <a:off x="4813300" y="2841226"/>
            <a:ext cx="3207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Choose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24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0884" y="343490"/>
            <a:ext cx="4017645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b="1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6" name="object 6"/>
          <p:cNvSpPr/>
          <p:nvPr/>
        </p:nvSpPr>
        <p:spPr>
          <a:xfrm>
            <a:off x="611346" y="866851"/>
            <a:ext cx="843280" cy="48260"/>
          </a:xfrm>
          <a:custGeom>
            <a:avLst/>
            <a:gdLst/>
            <a:ahLst/>
            <a:cxnLst/>
            <a:rect l="l" t="t" r="r" b="b"/>
            <a:pathLst>
              <a:path w="843280" h="48259">
                <a:moveTo>
                  <a:pt x="842771" y="48158"/>
                </a:moveTo>
                <a:lnTo>
                  <a:pt x="0" y="48158"/>
                </a:lnTo>
                <a:lnTo>
                  <a:pt x="0" y="0"/>
                </a:lnTo>
                <a:lnTo>
                  <a:pt x="842771" y="0"/>
                </a:lnTo>
                <a:lnTo>
                  <a:pt x="842771" y="48158"/>
                </a:lnTo>
                <a:close/>
              </a:path>
            </a:pathLst>
          </a:custGeom>
          <a:solidFill>
            <a:srgbClr val="245B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16260" y="717505"/>
            <a:ext cx="2987040" cy="2076238"/>
            <a:chOff x="635091" y="1115335"/>
            <a:chExt cx="2987040" cy="1702435"/>
          </a:xfrm>
        </p:grpSpPr>
        <p:sp>
          <p:nvSpPr>
            <p:cNvPr id="8" name="object 8"/>
            <p:cNvSpPr/>
            <p:nvPr/>
          </p:nvSpPr>
          <p:spPr>
            <a:xfrm>
              <a:off x="643452" y="1123696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2688838" y="1685543"/>
                  </a:moveTo>
                  <a:lnTo>
                    <a:pt x="280929" y="1685543"/>
                  </a:lnTo>
                  <a:lnTo>
                    <a:pt x="235361" y="1681867"/>
                  </a:lnTo>
                  <a:lnTo>
                    <a:pt x="192134" y="1671221"/>
                  </a:lnTo>
                  <a:lnTo>
                    <a:pt x="151826" y="1654187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7"/>
                  </a:lnTo>
                  <a:lnTo>
                    <a:pt x="2777633" y="1671221"/>
                  </a:lnTo>
                  <a:lnTo>
                    <a:pt x="2734406" y="1681867"/>
                  </a:lnTo>
                  <a:lnTo>
                    <a:pt x="2688838" y="1685543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3452" y="1123696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0" y="280929"/>
                  </a:move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7"/>
                  </a:lnTo>
                  <a:lnTo>
                    <a:pt x="2777633" y="1671221"/>
                  </a:lnTo>
                  <a:lnTo>
                    <a:pt x="2734406" y="1681867"/>
                  </a:lnTo>
                  <a:lnTo>
                    <a:pt x="2688838" y="1685543"/>
                  </a:lnTo>
                  <a:lnTo>
                    <a:pt x="280929" y="1685543"/>
                  </a:lnTo>
                  <a:lnTo>
                    <a:pt x="235361" y="1681867"/>
                  </a:lnTo>
                  <a:lnTo>
                    <a:pt x="192134" y="1671221"/>
                  </a:lnTo>
                  <a:lnTo>
                    <a:pt x="151826" y="1654187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close/>
                </a:path>
              </a:pathLst>
            </a:custGeom>
            <a:ln w="16721">
              <a:solidFill>
                <a:srgbClr val="24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7509" y="819123"/>
            <a:ext cx="1808480" cy="986166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90500" marR="529590" indent="-178435">
              <a:lnSpc>
                <a:spcPts val="1839"/>
              </a:lnSpc>
              <a:spcBef>
                <a:spcPts val="555"/>
              </a:spcBef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Node: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83575" y="717505"/>
            <a:ext cx="2987040" cy="2179815"/>
            <a:chOff x="3845651" y="1115335"/>
            <a:chExt cx="2987040" cy="1702435"/>
          </a:xfrm>
        </p:grpSpPr>
        <p:sp>
          <p:nvSpPr>
            <p:cNvPr id="12" name="object 12"/>
            <p:cNvSpPr/>
            <p:nvPr/>
          </p:nvSpPr>
          <p:spPr>
            <a:xfrm>
              <a:off x="3854012" y="1123696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2688838" y="1685543"/>
                  </a:moveTo>
                  <a:lnTo>
                    <a:pt x="280929" y="1685543"/>
                  </a:lnTo>
                  <a:lnTo>
                    <a:pt x="235361" y="1681867"/>
                  </a:lnTo>
                  <a:lnTo>
                    <a:pt x="192134" y="1671221"/>
                  </a:lnTo>
                  <a:lnTo>
                    <a:pt x="151826" y="1654187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7"/>
                  </a:lnTo>
                  <a:lnTo>
                    <a:pt x="2777633" y="1671221"/>
                  </a:lnTo>
                  <a:lnTo>
                    <a:pt x="2734406" y="1681867"/>
                  </a:lnTo>
                  <a:lnTo>
                    <a:pt x="2688838" y="1685543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54012" y="1123696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0" y="280929"/>
                  </a:move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7"/>
                  </a:lnTo>
                  <a:lnTo>
                    <a:pt x="2777633" y="1671221"/>
                  </a:lnTo>
                  <a:lnTo>
                    <a:pt x="2734406" y="1681867"/>
                  </a:lnTo>
                  <a:lnTo>
                    <a:pt x="2688838" y="1685543"/>
                  </a:lnTo>
                  <a:lnTo>
                    <a:pt x="280929" y="1685543"/>
                  </a:lnTo>
                  <a:lnTo>
                    <a:pt x="235361" y="1681867"/>
                  </a:lnTo>
                  <a:lnTo>
                    <a:pt x="192134" y="1671221"/>
                  </a:lnTo>
                  <a:lnTo>
                    <a:pt x="151826" y="1654187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68068" y="1053226"/>
            <a:ext cx="1896110" cy="87844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697230">
              <a:lnSpc>
                <a:spcPct val="100000"/>
              </a:lnSpc>
              <a:spcBef>
                <a:spcPts val="489"/>
              </a:spcBef>
            </a:pP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27660">
              <a:lnSpc>
                <a:spcPts val="1839"/>
              </a:lnSpc>
              <a:spcBef>
                <a:spcPts val="555"/>
              </a:spcBef>
            </a:pP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0525" y="2090878"/>
            <a:ext cx="2418715" cy="7473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290"/>
              </a:spcBef>
            </a:pP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add(),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delete(),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search()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traverse().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8628" y="1053226"/>
            <a:ext cx="2502535" cy="309058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775335">
              <a:lnSpc>
                <a:spcPct val="100000"/>
              </a:lnSpc>
              <a:spcBef>
                <a:spcPts val="489"/>
              </a:spcBef>
            </a:pP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8880" y="2856731"/>
            <a:ext cx="3096965" cy="2255629"/>
            <a:chOff x="643452" y="3042160"/>
            <a:chExt cx="3096965" cy="1733929"/>
          </a:xfrm>
        </p:grpSpPr>
        <p:sp>
          <p:nvSpPr>
            <p:cNvPr id="22" name="object 22"/>
            <p:cNvSpPr/>
            <p:nvPr/>
          </p:nvSpPr>
          <p:spPr>
            <a:xfrm>
              <a:off x="770522" y="3042160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2688838" y="1685543"/>
                  </a:moveTo>
                  <a:lnTo>
                    <a:pt x="280929" y="1685543"/>
                  </a:lnTo>
                  <a:lnTo>
                    <a:pt x="235361" y="1681866"/>
                  </a:lnTo>
                  <a:lnTo>
                    <a:pt x="192134" y="1671221"/>
                  </a:lnTo>
                  <a:lnTo>
                    <a:pt x="151826" y="1654186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6"/>
                  </a:lnTo>
                  <a:lnTo>
                    <a:pt x="2777633" y="1671221"/>
                  </a:lnTo>
                  <a:lnTo>
                    <a:pt x="2734406" y="1681866"/>
                  </a:lnTo>
                  <a:lnTo>
                    <a:pt x="2688838" y="1685543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3452" y="3090164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0" y="280929"/>
                  </a:move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6"/>
                  </a:lnTo>
                  <a:lnTo>
                    <a:pt x="2777633" y="1671221"/>
                  </a:lnTo>
                  <a:lnTo>
                    <a:pt x="2734406" y="1681866"/>
                  </a:lnTo>
                  <a:lnTo>
                    <a:pt x="2688838" y="1685543"/>
                  </a:lnTo>
                  <a:lnTo>
                    <a:pt x="280929" y="1685543"/>
                  </a:lnTo>
                  <a:lnTo>
                    <a:pt x="235361" y="1681866"/>
                  </a:lnTo>
                  <a:lnTo>
                    <a:pt x="192134" y="1671221"/>
                  </a:lnTo>
                  <a:lnTo>
                    <a:pt x="151826" y="1654186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close/>
                </a:path>
              </a:pathLst>
            </a:custGeom>
            <a:ln w="16721">
              <a:solidFill>
                <a:srgbClr val="D05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26666" y="2121350"/>
            <a:ext cx="2503805" cy="1530547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29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pc="-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</a:t>
            </a:r>
            <a:r>
              <a:rPr lang="en-US" spc="-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9650">
              <a:lnSpc>
                <a:spcPts val="2035"/>
              </a:lnSpc>
            </a:pPr>
            <a:endParaRPr sz="1700" dirty="0">
              <a:latin typeface="Lucida Sans Unicode"/>
              <a:cs typeface="Lucida Sans Unicode"/>
            </a:endParaRPr>
          </a:p>
          <a:p>
            <a:pPr marL="190500" marR="240029" indent="-178435">
              <a:lnSpc>
                <a:spcPts val="1839"/>
              </a:lnSpc>
              <a:spcBef>
                <a:spcPts val="560"/>
              </a:spcBef>
            </a:pP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None: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current.data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current.next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3299" y="3969913"/>
            <a:ext cx="2439929" cy="5097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10"/>
              </a:spcBef>
            </a:pP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r>
              <a:rPr spc="-10" dirty="0">
                <a:latin typeface="Lucida Sans Unicode"/>
                <a:cs typeface="Lucida Sans Unicode"/>
              </a:rPr>
              <a:t>.</a:t>
            </a:r>
            <a:endParaRPr dirty="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78225" y="3040958"/>
            <a:ext cx="2987040" cy="2193182"/>
            <a:chOff x="3845651" y="3081803"/>
            <a:chExt cx="2987040" cy="1702435"/>
          </a:xfrm>
        </p:grpSpPr>
        <p:sp>
          <p:nvSpPr>
            <p:cNvPr id="27" name="object 27"/>
            <p:cNvSpPr/>
            <p:nvPr/>
          </p:nvSpPr>
          <p:spPr>
            <a:xfrm>
              <a:off x="3854012" y="3090164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2688838" y="1685543"/>
                  </a:moveTo>
                  <a:lnTo>
                    <a:pt x="280929" y="1685543"/>
                  </a:lnTo>
                  <a:lnTo>
                    <a:pt x="235361" y="1681866"/>
                  </a:lnTo>
                  <a:lnTo>
                    <a:pt x="192134" y="1671221"/>
                  </a:lnTo>
                  <a:lnTo>
                    <a:pt x="151826" y="1654186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6"/>
                  </a:lnTo>
                  <a:lnTo>
                    <a:pt x="2777633" y="1671221"/>
                  </a:lnTo>
                  <a:lnTo>
                    <a:pt x="2734406" y="1681866"/>
                  </a:lnTo>
                  <a:lnTo>
                    <a:pt x="2688838" y="1685543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54012" y="3090164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0" y="280929"/>
                  </a:move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0" y="151826"/>
                  </a:lnTo>
                  <a:lnTo>
                    <a:pt x="2955445" y="192134"/>
                  </a:lnTo>
                  <a:lnTo>
                    <a:pt x="2966090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0" y="1450182"/>
                  </a:lnTo>
                  <a:lnTo>
                    <a:pt x="2955445" y="1493409"/>
                  </a:lnTo>
                  <a:lnTo>
                    <a:pt x="2938410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6"/>
                  </a:lnTo>
                  <a:lnTo>
                    <a:pt x="2777633" y="1671221"/>
                  </a:lnTo>
                  <a:lnTo>
                    <a:pt x="2734406" y="1681866"/>
                  </a:lnTo>
                  <a:lnTo>
                    <a:pt x="2688838" y="1685543"/>
                  </a:lnTo>
                  <a:lnTo>
                    <a:pt x="280929" y="1685543"/>
                  </a:lnTo>
                  <a:lnTo>
                    <a:pt x="235361" y="1681866"/>
                  </a:lnTo>
                  <a:lnTo>
                    <a:pt x="192134" y="1671221"/>
                  </a:lnTo>
                  <a:lnTo>
                    <a:pt x="151826" y="1654186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close/>
                </a:path>
              </a:pathLst>
            </a:custGeom>
            <a:ln w="16721">
              <a:solidFill>
                <a:srgbClr val="DFAB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68068" y="3136746"/>
            <a:ext cx="2184400" cy="87844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797560">
              <a:lnSpc>
                <a:spcPct val="100000"/>
              </a:lnSpc>
              <a:spcBef>
                <a:spcPts val="489"/>
              </a:spcBef>
            </a:pP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marR="5080" indent="-178435">
              <a:lnSpc>
                <a:spcPts val="1839"/>
              </a:lnSpc>
              <a:spcBef>
                <a:spcPts val="555"/>
              </a:spcBef>
            </a:pP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current.data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95703" y="4118169"/>
            <a:ext cx="2458085" cy="513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10"/>
              </a:spcBef>
            </a:pP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</a:pP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36375" y="2886887"/>
            <a:ext cx="2987040" cy="2336756"/>
            <a:chOff x="7056211" y="3081803"/>
            <a:chExt cx="2987040" cy="1702435"/>
          </a:xfrm>
        </p:grpSpPr>
        <p:sp>
          <p:nvSpPr>
            <p:cNvPr id="32" name="object 32"/>
            <p:cNvSpPr/>
            <p:nvPr/>
          </p:nvSpPr>
          <p:spPr>
            <a:xfrm>
              <a:off x="7064571" y="3090164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2688838" y="1685543"/>
                  </a:moveTo>
                  <a:lnTo>
                    <a:pt x="280929" y="1685543"/>
                  </a:lnTo>
                  <a:lnTo>
                    <a:pt x="235361" y="1681866"/>
                  </a:lnTo>
                  <a:lnTo>
                    <a:pt x="192134" y="1671221"/>
                  </a:lnTo>
                  <a:lnTo>
                    <a:pt x="151826" y="1654186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1" y="151826"/>
                  </a:lnTo>
                  <a:lnTo>
                    <a:pt x="2955445" y="192134"/>
                  </a:lnTo>
                  <a:lnTo>
                    <a:pt x="2966091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1" y="1450182"/>
                  </a:lnTo>
                  <a:lnTo>
                    <a:pt x="2955445" y="1493409"/>
                  </a:lnTo>
                  <a:lnTo>
                    <a:pt x="2938411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6"/>
                  </a:lnTo>
                  <a:lnTo>
                    <a:pt x="2777633" y="1671221"/>
                  </a:lnTo>
                  <a:lnTo>
                    <a:pt x="2734406" y="1681866"/>
                  </a:lnTo>
                  <a:lnTo>
                    <a:pt x="2688838" y="1685543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64571" y="3090164"/>
              <a:ext cx="2969895" cy="1685925"/>
            </a:xfrm>
            <a:custGeom>
              <a:avLst/>
              <a:gdLst/>
              <a:ahLst/>
              <a:cxnLst/>
              <a:rect l="l" t="t" r="r" b="b"/>
              <a:pathLst>
                <a:path w="2969895" h="1685925">
                  <a:moveTo>
                    <a:pt x="0" y="280929"/>
                  </a:moveTo>
                  <a:lnTo>
                    <a:pt x="3676" y="235361"/>
                  </a:lnTo>
                  <a:lnTo>
                    <a:pt x="14321" y="192134"/>
                  </a:lnTo>
                  <a:lnTo>
                    <a:pt x="31356" y="151826"/>
                  </a:lnTo>
                  <a:lnTo>
                    <a:pt x="54203" y="115016"/>
                  </a:lnTo>
                  <a:lnTo>
                    <a:pt x="82282" y="82282"/>
                  </a:lnTo>
                  <a:lnTo>
                    <a:pt x="115016" y="54203"/>
                  </a:lnTo>
                  <a:lnTo>
                    <a:pt x="151826" y="31356"/>
                  </a:lnTo>
                  <a:lnTo>
                    <a:pt x="192134" y="14321"/>
                  </a:lnTo>
                  <a:lnTo>
                    <a:pt x="235361" y="3676"/>
                  </a:lnTo>
                  <a:lnTo>
                    <a:pt x="280929" y="0"/>
                  </a:lnTo>
                  <a:lnTo>
                    <a:pt x="2688838" y="0"/>
                  </a:lnTo>
                  <a:lnTo>
                    <a:pt x="2734406" y="3676"/>
                  </a:lnTo>
                  <a:lnTo>
                    <a:pt x="2777633" y="14321"/>
                  </a:lnTo>
                  <a:lnTo>
                    <a:pt x="2817941" y="31356"/>
                  </a:lnTo>
                  <a:lnTo>
                    <a:pt x="2854751" y="54203"/>
                  </a:lnTo>
                  <a:lnTo>
                    <a:pt x="2887485" y="82282"/>
                  </a:lnTo>
                  <a:lnTo>
                    <a:pt x="2915564" y="115016"/>
                  </a:lnTo>
                  <a:lnTo>
                    <a:pt x="2938411" y="151826"/>
                  </a:lnTo>
                  <a:lnTo>
                    <a:pt x="2955445" y="192134"/>
                  </a:lnTo>
                  <a:lnTo>
                    <a:pt x="2966091" y="235361"/>
                  </a:lnTo>
                  <a:lnTo>
                    <a:pt x="2969767" y="280929"/>
                  </a:lnTo>
                  <a:lnTo>
                    <a:pt x="2969767" y="1404614"/>
                  </a:lnTo>
                  <a:lnTo>
                    <a:pt x="2966091" y="1450182"/>
                  </a:lnTo>
                  <a:lnTo>
                    <a:pt x="2955445" y="1493409"/>
                  </a:lnTo>
                  <a:lnTo>
                    <a:pt x="2938411" y="1533717"/>
                  </a:lnTo>
                  <a:lnTo>
                    <a:pt x="2915564" y="1570527"/>
                  </a:lnTo>
                  <a:lnTo>
                    <a:pt x="2887485" y="1603261"/>
                  </a:lnTo>
                  <a:lnTo>
                    <a:pt x="2854751" y="1631340"/>
                  </a:lnTo>
                  <a:lnTo>
                    <a:pt x="2817941" y="1654186"/>
                  </a:lnTo>
                  <a:lnTo>
                    <a:pt x="2777633" y="1671221"/>
                  </a:lnTo>
                  <a:lnTo>
                    <a:pt x="2734406" y="1681866"/>
                  </a:lnTo>
                  <a:lnTo>
                    <a:pt x="2688838" y="1685543"/>
                  </a:lnTo>
                  <a:lnTo>
                    <a:pt x="280929" y="1685543"/>
                  </a:lnTo>
                  <a:lnTo>
                    <a:pt x="235361" y="1681866"/>
                  </a:lnTo>
                  <a:lnTo>
                    <a:pt x="192134" y="1671221"/>
                  </a:lnTo>
                  <a:lnTo>
                    <a:pt x="151826" y="1654186"/>
                  </a:lnTo>
                  <a:lnTo>
                    <a:pt x="115016" y="1631340"/>
                  </a:lnTo>
                  <a:lnTo>
                    <a:pt x="82282" y="1603261"/>
                  </a:lnTo>
                  <a:lnTo>
                    <a:pt x="54203" y="1570527"/>
                  </a:lnTo>
                  <a:lnTo>
                    <a:pt x="31356" y="1533717"/>
                  </a:lnTo>
                  <a:lnTo>
                    <a:pt x="14321" y="1493409"/>
                  </a:lnTo>
                  <a:lnTo>
                    <a:pt x="3676" y="1450182"/>
                  </a:lnTo>
                  <a:lnTo>
                    <a:pt x="0" y="1404614"/>
                  </a:lnTo>
                  <a:lnTo>
                    <a:pt x="0" y="280929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278628" y="3019694"/>
            <a:ext cx="2345055" cy="1801774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489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pc="-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references,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insertion/deletion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6F4E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90" dirty="0"/>
              <a:t>6.</a:t>
            </a:r>
            <a:r>
              <a:rPr spc="-114" dirty="0"/>
              <a:t> </a:t>
            </a:r>
            <a:r>
              <a:rPr spc="-165" dirty="0"/>
              <a:t>GitHub</a:t>
            </a:r>
            <a:r>
              <a:rPr spc="-245" dirty="0"/>
              <a:t> </a:t>
            </a:r>
            <a:r>
              <a:rPr spc="-165" dirty="0"/>
              <a:t>Account,</a:t>
            </a:r>
            <a:r>
              <a:rPr spc="-125" dirty="0"/>
              <a:t> </a:t>
            </a:r>
            <a:r>
              <a:rPr spc="-135" dirty="0"/>
              <a:t>Repository</a:t>
            </a:r>
            <a:r>
              <a:rPr spc="-370" dirty="0"/>
              <a:t> </a:t>
            </a:r>
            <a:r>
              <a:rPr spc="155" dirty="0"/>
              <a:t>&amp;</a:t>
            </a:r>
            <a:r>
              <a:rPr spc="-405" dirty="0"/>
              <a:t> </a:t>
            </a:r>
            <a:r>
              <a:rPr spc="-145" dirty="0"/>
              <a:t>Collaboration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36780" y="1125990"/>
            <a:ext cx="2987040" cy="1662430"/>
            <a:chOff x="635091" y="1115335"/>
            <a:chExt cx="2987040" cy="1662430"/>
          </a:xfrm>
        </p:grpSpPr>
        <p:sp>
          <p:nvSpPr>
            <p:cNvPr id="8" name="object 8"/>
            <p:cNvSpPr/>
            <p:nvPr/>
          </p:nvSpPr>
          <p:spPr>
            <a:xfrm>
              <a:off x="643452" y="1123696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2695526" y="1645411"/>
                  </a:move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3452" y="1123696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0" y="274240"/>
                  </a:move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close/>
                </a:path>
              </a:pathLst>
            </a:custGeom>
            <a:ln w="16721">
              <a:solidFill>
                <a:srgbClr val="24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5550" y="1384315"/>
            <a:ext cx="2529840" cy="1109277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492759">
              <a:lnSpc>
                <a:spcPct val="100000"/>
              </a:lnSpc>
              <a:spcBef>
                <a:spcPts val="489"/>
              </a:spcBef>
            </a:pPr>
            <a:r>
              <a:rPr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pc="-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Create/sign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45651" y="1115335"/>
            <a:ext cx="2987040" cy="1662430"/>
            <a:chOff x="3845651" y="1115335"/>
            <a:chExt cx="2987040" cy="1662430"/>
          </a:xfrm>
        </p:grpSpPr>
        <p:sp>
          <p:nvSpPr>
            <p:cNvPr id="12" name="object 12"/>
            <p:cNvSpPr/>
            <p:nvPr/>
          </p:nvSpPr>
          <p:spPr>
            <a:xfrm>
              <a:off x="3854012" y="1123696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2695526" y="1645411"/>
                  </a:move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54012" y="1123696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0" y="274240"/>
                  </a:move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66109" y="1150211"/>
            <a:ext cx="2553970" cy="157099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704850">
              <a:lnSpc>
                <a:spcPct val="100000"/>
              </a:lnSpc>
              <a:spcBef>
                <a:spcPts val="489"/>
              </a:spcBef>
            </a:pP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as: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Music-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Playlist-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739"/>
              </a:lnSpc>
            </a:pPr>
            <a:r>
              <a:rPr spc="-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</a:pP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56211" y="1115335"/>
            <a:ext cx="2987040" cy="1662430"/>
            <a:chOff x="7056211" y="1115335"/>
            <a:chExt cx="2987040" cy="1662430"/>
          </a:xfrm>
        </p:grpSpPr>
        <p:sp>
          <p:nvSpPr>
            <p:cNvPr id="16" name="object 16"/>
            <p:cNvSpPr/>
            <p:nvPr/>
          </p:nvSpPr>
          <p:spPr>
            <a:xfrm>
              <a:off x="7064571" y="1123696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2695527" y="1645411"/>
                  </a:move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7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7" y="64497"/>
                  </a:lnTo>
                  <a:lnTo>
                    <a:pt x="2905270" y="97550"/>
                  </a:lnTo>
                  <a:lnTo>
                    <a:pt x="2932326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6" y="1509584"/>
                  </a:lnTo>
                  <a:lnTo>
                    <a:pt x="2905270" y="1547860"/>
                  </a:lnTo>
                  <a:lnTo>
                    <a:pt x="2872217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7" y="1645411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64571" y="1123696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0" y="274240"/>
                  </a:move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7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7" y="64497"/>
                  </a:lnTo>
                  <a:lnTo>
                    <a:pt x="2905270" y="97550"/>
                  </a:lnTo>
                  <a:lnTo>
                    <a:pt x="2932326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6" y="1509584"/>
                  </a:lnTo>
                  <a:lnTo>
                    <a:pt x="2905270" y="1547860"/>
                  </a:lnTo>
                  <a:lnTo>
                    <a:pt x="2872217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7" y="1645411"/>
                  </a:ln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close/>
                </a:path>
              </a:pathLst>
            </a:custGeom>
            <a:ln w="16721">
              <a:solidFill>
                <a:srgbClr val="D056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276669" y="1384315"/>
            <a:ext cx="2416810" cy="1118126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489"/>
              </a:spcBef>
            </a:pP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.py</a:t>
            </a:r>
            <a:r>
              <a:rPr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documentation.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filenames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sz="1600" spc="-50" dirty="0">
                <a:latin typeface="Lucida Sans Unicode"/>
                <a:cs typeface="Lucida Sans Unicode"/>
              </a:rPr>
              <a:t>.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5091" y="3081803"/>
            <a:ext cx="2987040" cy="1662430"/>
            <a:chOff x="635091" y="3081803"/>
            <a:chExt cx="2987040" cy="1662430"/>
          </a:xfrm>
        </p:grpSpPr>
        <p:sp>
          <p:nvSpPr>
            <p:cNvPr id="20" name="object 20"/>
            <p:cNvSpPr/>
            <p:nvPr/>
          </p:nvSpPr>
          <p:spPr>
            <a:xfrm>
              <a:off x="643452" y="3090164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2695526" y="1645411"/>
                  </a:move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3452" y="3090164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0" y="274240"/>
                  </a:move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close/>
                </a:path>
              </a:pathLst>
            </a:custGeom>
            <a:ln w="16721">
              <a:solidFill>
                <a:srgbClr val="6F4E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5550" y="3116680"/>
            <a:ext cx="2349500" cy="157099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489"/>
              </a:spcBef>
            </a:pP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910"/>
              </a:lnSpc>
              <a:spcBef>
                <a:spcPts val="38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488950">
              <a:lnSpc>
                <a:spcPts val="1839"/>
              </a:lnSpc>
              <a:spcBef>
                <a:spcPts val="105"/>
              </a:spcBef>
            </a:pP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“Added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class”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“Implemented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operation”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10"/>
              </a:lnSpc>
            </a:pP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“Added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traversal”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45651" y="3081803"/>
            <a:ext cx="2987040" cy="1662430"/>
            <a:chOff x="3845651" y="3081803"/>
            <a:chExt cx="2987040" cy="1662430"/>
          </a:xfrm>
        </p:grpSpPr>
        <p:sp>
          <p:nvSpPr>
            <p:cNvPr id="24" name="object 24"/>
            <p:cNvSpPr/>
            <p:nvPr/>
          </p:nvSpPr>
          <p:spPr>
            <a:xfrm>
              <a:off x="3854012" y="3090164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2695526" y="1645411"/>
                  </a:move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54012" y="3090164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0" y="274240"/>
                  </a:move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6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6" y="64497"/>
                  </a:lnTo>
                  <a:lnTo>
                    <a:pt x="2905269" y="97550"/>
                  </a:lnTo>
                  <a:lnTo>
                    <a:pt x="2932325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5" y="1509584"/>
                  </a:lnTo>
                  <a:lnTo>
                    <a:pt x="2905269" y="1547860"/>
                  </a:lnTo>
                  <a:lnTo>
                    <a:pt x="2872216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6" y="1645411"/>
                  </a:ln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close/>
                </a:path>
              </a:pathLst>
            </a:custGeom>
            <a:ln w="16721">
              <a:solidFill>
                <a:srgbClr val="DFAB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66109" y="3233731"/>
            <a:ext cx="2454910" cy="133667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582295">
              <a:lnSpc>
                <a:spcPct val="100000"/>
              </a:lnSpc>
              <a:spcBef>
                <a:spcPts val="489"/>
              </a:spcBef>
            </a:pP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contributions,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changes,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56211" y="3081803"/>
            <a:ext cx="2987040" cy="1662430"/>
            <a:chOff x="7056211" y="3081803"/>
            <a:chExt cx="2987040" cy="1662430"/>
          </a:xfrm>
        </p:grpSpPr>
        <p:sp>
          <p:nvSpPr>
            <p:cNvPr id="28" name="object 28"/>
            <p:cNvSpPr/>
            <p:nvPr/>
          </p:nvSpPr>
          <p:spPr>
            <a:xfrm>
              <a:off x="7064571" y="3090164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2695527" y="1645411"/>
                  </a:move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7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7" y="64497"/>
                  </a:lnTo>
                  <a:lnTo>
                    <a:pt x="2905270" y="97550"/>
                  </a:lnTo>
                  <a:lnTo>
                    <a:pt x="2932326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6" y="1509584"/>
                  </a:lnTo>
                  <a:lnTo>
                    <a:pt x="2905270" y="1547860"/>
                  </a:lnTo>
                  <a:lnTo>
                    <a:pt x="2872217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7" y="1645411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64571" y="3090164"/>
              <a:ext cx="2969895" cy="1645920"/>
            </a:xfrm>
            <a:custGeom>
              <a:avLst/>
              <a:gdLst/>
              <a:ahLst/>
              <a:cxnLst/>
              <a:rect l="l" t="t" r="r" b="b"/>
              <a:pathLst>
                <a:path w="2969895" h="1645920">
                  <a:moveTo>
                    <a:pt x="0" y="274240"/>
                  </a:moveTo>
                  <a:lnTo>
                    <a:pt x="4418" y="224945"/>
                  </a:lnTo>
                  <a:lnTo>
                    <a:pt x="17157" y="178549"/>
                  </a:lnTo>
                  <a:lnTo>
                    <a:pt x="37441" y="135826"/>
                  </a:lnTo>
                  <a:lnTo>
                    <a:pt x="64497" y="97550"/>
                  </a:lnTo>
                  <a:lnTo>
                    <a:pt x="97550" y="64497"/>
                  </a:lnTo>
                  <a:lnTo>
                    <a:pt x="135826" y="37441"/>
                  </a:lnTo>
                  <a:lnTo>
                    <a:pt x="178549" y="17157"/>
                  </a:lnTo>
                  <a:lnTo>
                    <a:pt x="224945" y="4418"/>
                  </a:lnTo>
                  <a:lnTo>
                    <a:pt x="274240" y="0"/>
                  </a:lnTo>
                  <a:lnTo>
                    <a:pt x="2695527" y="0"/>
                  </a:lnTo>
                  <a:lnTo>
                    <a:pt x="2744822" y="4418"/>
                  </a:lnTo>
                  <a:lnTo>
                    <a:pt x="2791218" y="17157"/>
                  </a:lnTo>
                  <a:lnTo>
                    <a:pt x="2833941" y="37441"/>
                  </a:lnTo>
                  <a:lnTo>
                    <a:pt x="2872217" y="64497"/>
                  </a:lnTo>
                  <a:lnTo>
                    <a:pt x="2905270" y="97550"/>
                  </a:lnTo>
                  <a:lnTo>
                    <a:pt x="2932326" y="135826"/>
                  </a:lnTo>
                  <a:lnTo>
                    <a:pt x="2952610" y="178549"/>
                  </a:lnTo>
                  <a:lnTo>
                    <a:pt x="2965349" y="224945"/>
                  </a:lnTo>
                  <a:lnTo>
                    <a:pt x="2969767" y="274240"/>
                  </a:lnTo>
                  <a:lnTo>
                    <a:pt x="2969767" y="1371170"/>
                  </a:lnTo>
                  <a:lnTo>
                    <a:pt x="2965349" y="1420465"/>
                  </a:lnTo>
                  <a:lnTo>
                    <a:pt x="2952610" y="1466861"/>
                  </a:lnTo>
                  <a:lnTo>
                    <a:pt x="2932326" y="1509584"/>
                  </a:lnTo>
                  <a:lnTo>
                    <a:pt x="2905270" y="1547860"/>
                  </a:lnTo>
                  <a:lnTo>
                    <a:pt x="2872217" y="1580913"/>
                  </a:lnTo>
                  <a:lnTo>
                    <a:pt x="2833941" y="1607969"/>
                  </a:lnTo>
                  <a:lnTo>
                    <a:pt x="2791218" y="1628253"/>
                  </a:lnTo>
                  <a:lnTo>
                    <a:pt x="2744822" y="1640992"/>
                  </a:lnTo>
                  <a:lnTo>
                    <a:pt x="2695527" y="1645411"/>
                  </a:lnTo>
                  <a:lnTo>
                    <a:pt x="274240" y="1645411"/>
                  </a:lnTo>
                  <a:lnTo>
                    <a:pt x="224945" y="1640992"/>
                  </a:lnTo>
                  <a:lnTo>
                    <a:pt x="178549" y="1628253"/>
                  </a:lnTo>
                  <a:lnTo>
                    <a:pt x="135826" y="1607969"/>
                  </a:lnTo>
                  <a:lnTo>
                    <a:pt x="97550" y="1580913"/>
                  </a:lnTo>
                  <a:lnTo>
                    <a:pt x="64497" y="1547860"/>
                  </a:lnTo>
                  <a:lnTo>
                    <a:pt x="37441" y="1509584"/>
                  </a:lnTo>
                  <a:lnTo>
                    <a:pt x="17157" y="1466861"/>
                  </a:lnTo>
                  <a:lnTo>
                    <a:pt x="4418" y="1420465"/>
                  </a:lnTo>
                  <a:lnTo>
                    <a:pt x="0" y="1371170"/>
                  </a:lnTo>
                  <a:lnTo>
                    <a:pt x="0" y="274240"/>
                  </a:lnTo>
                  <a:close/>
                </a:path>
              </a:pathLst>
            </a:custGeom>
            <a:ln w="16721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276669" y="3233731"/>
            <a:ext cx="2533650" cy="134010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89"/>
              </a:spcBef>
            </a:pPr>
            <a:r>
              <a:rPr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839"/>
              </a:lnSpc>
              <a:spcBef>
                <a:spcPts val="555"/>
              </a:spcBef>
            </a:pP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implemented,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tested,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2347" y="138901"/>
            <a:ext cx="10357485" cy="5728970"/>
            <a:chOff x="172347" y="138901"/>
            <a:chExt cx="10357485" cy="5728970"/>
          </a:xfrm>
        </p:grpSpPr>
        <p:sp>
          <p:nvSpPr>
            <p:cNvPr id="3" name="object 3"/>
            <p:cNvSpPr/>
            <p:nvPr/>
          </p:nvSpPr>
          <p:spPr>
            <a:xfrm>
              <a:off x="177921" y="144475"/>
              <a:ext cx="10346055" cy="56515"/>
            </a:xfrm>
            <a:custGeom>
              <a:avLst/>
              <a:gdLst/>
              <a:ahLst/>
              <a:cxnLst/>
              <a:rect l="l" t="t" r="r" b="b"/>
              <a:pathLst>
                <a:path w="10346055" h="56514">
                  <a:moveTo>
                    <a:pt x="10346028" y="56184"/>
                  </a:moveTo>
                  <a:lnTo>
                    <a:pt x="0" y="56184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56184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921" y="5682691"/>
              <a:ext cx="10346055" cy="184785"/>
            </a:xfrm>
            <a:custGeom>
              <a:avLst/>
              <a:gdLst/>
              <a:ahLst/>
              <a:cxnLst/>
              <a:rect l="l" t="t" r="r" b="b"/>
              <a:pathLst>
                <a:path w="10346055" h="184785">
                  <a:moveTo>
                    <a:pt x="10346028" y="184607"/>
                  </a:moveTo>
                  <a:lnTo>
                    <a:pt x="0" y="184607"/>
                  </a:lnTo>
                  <a:lnTo>
                    <a:pt x="0" y="0"/>
                  </a:lnTo>
                  <a:lnTo>
                    <a:pt x="10346028" y="0"/>
                  </a:lnTo>
                  <a:lnTo>
                    <a:pt x="10346028" y="184607"/>
                  </a:lnTo>
                  <a:close/>
                </a:path>
              </a:pathLst>
            </a:custGeom>
            <a:solidFill>
              <a:srgbClr val="4F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753213" y="1257300"/>
            <a:ext cx="7171690" cy="2609885"/>
            <a:chOff x="1753213" y="1591345"/>
            <a:chExt cx="7171690" cy="2275840"/>
          </a:xfrm>
        </p:grpSpPr>
        <p:sp>
          <p:nvSpPr>
            <p:cNvPr id="6" name="object 6"/>
            <p:cNvSpPr/>
            <p:nvPr/>
          </p:nvSpPr>
          <p:spPr>
            <a:xfrm>
              <a:off x="1767148" y="1605279"/>
              <a:ext cx="7143750" cy="2247900"/>
            </a:xfrm>
            <a:custGeom>
              <a:avLst/>
              <a:gdLst/>
              <a:ahLst/>
              <a:cxnLst/>
              <a:rect l="l" t="t" r="r" b="b"/>
              <a:pathLst>
                <a:path w="7143750" h="2247900">
                  <a:moveTo>
                    <a:pt x="6768923" y="2247392"/>
                  </a:moveTo>
                  <a:lnTo>
                    <a:pt x="374572" y="2247392"/>
                  </a:lnTo>
                  <a:lnTo>
                    <a:pt x="327587" y="2244473"/>
                  </a:lnTo>
                  <a:lnTo>
                    <a:pt x="282343" y="2235952"/>
                  </a:lnTo>
                  <a:lnTo>
                    <a:pt x="239191" y="2222179"/>
                  </a:lnTo>
                  <a:lnTo>
                    <a:pt x="198484" y="2203504"/>
                  </a:lnTo>
                  <a:lnTo>
                    <a:pt x="160571" y="2180281"/>
                  </a:lnTo>
                  <a:lnTo>
                    <a:pt x="125804" y="2152858"/>
                  </a:lnTo>
                  <a:lnTo>
                    <a:pt x="94533" y="2121587"/>
                  </a:lnTo>
                  <a:lnTo>
                    <a:pt x="67110" y="2086820"/>
                  </a:lnTo>
                  <a:lnTo>
                    <a:pt x="43887" y="2048907"/>
                  </a:lnTo>
                  <a:lnTo>
                    <a:pt x="25213" y="2008200"/>
                  </a:lnTo>
                  <a:lnTo>
                    <a:pt x="11439" y="1965048"/>
                  </a:lnTo>
                  <a:lnTo>
                    <a:pt x="2918" y="1919804"/>
                  </a:lnTo>
                  <a:lnTo>
                    <a:pt x="0" y="1872819"/>
                  </a:lnTo>
                  <a:lnTo>
                    <a:pt x="0" y="374572"/>
                  </a:lnTo>
                  <a:lnTo>
                    <a:pt x="2918" y="327587"/>
                  </a:lnTo>
                  <a:lnTo>
                    <a:pt x="11439" y="282343"/>
                  </a:lnTo>
                  <a:lnTo>
                    <a:pt x="25213" y="239191"/>
                  </a:lnTo>
                  <a:lnTo>
                    <a:pt x="43887" y="198484"/>
                  </a:lnTo>
                  <a:lnTo>
                    <a:pt x="67110" y="160571"/>
                  </a:lnTo>
                  <a:lnTo>
                    <a:pt x="94533" y="125804"/>
                  </a:lnTo>
                  <a:lnTo>
                    <a:pt x="125804" y="94533"/>
                  </a:lnTo>
                  <a:lnTo>
                    <a:pt x="160571" y="67110"/>
                  </a:lnTo>
                  <a:lnTo>
                    <a:pt x="198484" y="43887"/>
                  </a:lnTo>
                  <a:lnTo>
                    <a:pt x="239191" y="25213"/>
                  </a:lnTo>
                  <a:lnTo>
                    <a:pt x="282343" y="11439"/>
                  </a:lnTo>
                  <a:lnTo>
                    <a:pt x="327587" y="2918"/>
                  </a:lnTo>
                  <a:lnTo>
                    <a:pt x="374572" y="0"/>
                  </a:lnTo>
                  <a:lnTo>
                    <a:pt x="6768923" y="0"/>
                  </a:lnTo>
                  <a:lnTo>
                    <a:pt x="6815908" y="2918"/>
                  </a:lnTo>
                  <a:lnTo>
                    <a:pt x="6861152" y="11439"/>
                  </a:lnTo>
                  <a:lnTo>
                    <a:pt x="6904304" y="25213"/>
                  </a:lnTo>
                  <a:lnTo>
                    <a:pt x="6945011" y="43887"/>
                  </a:lnTo>
                  <a:lnTo>
                    <a:pt x="6982924" y="67110"/>
                  </a:lnTo>
                  <a:lnTo>
                    <a:pt x="7017691" y="94533"/>
                  </a:lnTo>
                  <a:lnTo>
                    <a:pt x="7048962" y="125804"/>
                  </a:lnTo>
                  <a:lnTo>
                    <a:pt x="7076384" y="160571"/>
                  </a:lnTo>
                  <a:lnTo>
                    <a:pt x="7099608" y="198484"/>
                  </a:lnTo>
                  <a:lnTo>
                    <a:pt x="7118282" y="239191"/>
                  </a:lnTo>
                  <a:lnTo>
                    <a:pt x="7132056" y="282343"/>
                  </a:lnTo>
                  <a:lnTo>
                    <a:pt x="7140577" y="327587"/>
                  </a:lnTo>
                  <a:lnTo>
                    <a:pt x="7143495" y="374572"/>
                  </a:lnTo>
                  <a:lnTo>
                    <a:pt x="7143495" y="1872819"/>
                  </a:lnTo>
                  <a:lnTo>
                    <a:pt x="7140577" y="1919804"/>
                  </a:lnTo>
                  <a:lnTo>
                    <a:pt x="7132056" y="1965048"/>
                  </a:lnTo>
                  <a:lnTo>
                    <a:pt x="7118282" y="2008200"/>
                  </a:lnTo>
                  <a:lnTo>
                    <a:pt x="7099608" y="2048907"/>
                  </a:lnTo>
                  <a:lnTo>
                    <a:pt x="7076384" y="2086820"/>
                  </a:lnTo>
                  <a:lnTo>
                    <a:pt x="7048962" y="2121587"/>
                  </a:lnTo>
                  <a:lnTo>
                    <a:pt x="7017691" y="2152858"/>
                  </a:lnTo>
                  <a:lnTo>
                    <a:pt x="6982924" y="2180281"/>
                  </a:lnTo>
                  <a:lnTo>
                    <a:pt x="6945011" y="2203504"/>
                  </a:lnTo>
                  <a:lnTo>
                    <a:pt x="6904304" y="2222179"/>
                  </a:lnTo>
                  <a:lnTo>
                    <a:pt x="6861152" y="2235952"/>
                  </a:lnTo>
                  <a:lnTo>
                    <a:pt x="6815908" y="2244473"/>
                  </a:lnTo>
                  <a:lnTo>
                    <a:pt x="6768923" y="2247392"/>
                  </a:lnTo>
                  <a:close/>
                </a:path>
              </a:pathLst>
            </a:custGeom>
            <a:solidFill>
              <a:srgbClr val="F6F9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767148" y="1605279"/>
              <a:ext cx="7143750" cy="2247900"/>
            </a:xfrm>
            <a:custGeom>
              <a:avLst/>
              <a:gdLst/>
              <a:ahLst/>
              <a:cxnLst/>
              <a:rect l="l" t="t" r="r" b="b"/>
              <a:pathLst>
                <a:path w="7143750" h="2247900">
                  <a:moveTo>
                    <a:pt x="0" y="374572"/>
                  </a:moveTo>
                  <a:lnTo>
                    <a:pt x="2918" y="327587"/>
                  </a:lnTo>
                  <a:lnTo>
                    <a:pt x="11439" y="282343"/>
                  </a:lnTo>
                  <a:lnTo>
                    <a:pt x="25213" y="239191"/>
                  </a:lnTo>
                  <a:lnTo>
                    <a:pt x="43887" y="198484"/>
                  </a:lnTo>
                  <a:lnTo>
                    <a:pt x="67110" y="160571"/>
                  </a:lnTo>
                  <a:lnTo>
                    <a:pt x="94533" y="125804"/>
                  </a:lnTo>
                  <a:lnTo>
                    <a:pt x="125804" y="94533"/>
                  </a:lnTo>
                  <a:lnTo>
                    <a:pt x="160571" y="67110"/>
                  </a:lnTo>
                  <a:lnTo>
                    <a:pt x="198484" y="43887"/>
                  </a:lnTo>
                  <a:lnTo>
                    <a:pt x="239191" y="25213"/>
                  </a:lnTo>
                  <a:lnTo>
                    <a:pt x="282343" y="11439"/>
                  </a:lnTo>
                  <a:lnTo>
                    <a:pt x="327587" y="2918"/>
                  </a:lnTo>
                  <a:lnTo>
                    <a:pt x="374572" y="0"/>
                  </a:lnTo>
                  <a:lnTo>
                    <a:pt x="6768923" y="0"/>
                  </a:lnTo>
                  <a:lnTo>
                    <a:pt x="6815908" y="2918"/>
                  </a:lnTo>
                  <a:lnTo>
                    <a:pt x="6861152" y="11439"/>
                  </a:lnTo>
                  <a:lnTo>
                    <a:pt x="6904304" y="25213"/>
                  </a:lnTo>
                  <a:lnTo>
                    <a:pt x="6945011" y="43887"/>
                  </a:lnTo>
                  <a:lnTo>
                    <a:pt x="6982924" y="67110"/>
                  </a:lnTo>
                  <a:lnTo>
                    <a:pt x="7017691" y="94533"/>
                  </a:lnTo>
                  <a:lnTo>
                    <a:pt x="7048962" y="125804"/>
                  </a:lnTo>
                  <a:lnTo>
                    <a:pt x="7076384" y="160571"/>
                  </a:lnTo>
                  <a:lnTo>
                    <a:pt x="7099608" y="198484"/>
                  </a:lnTo>
                  <a:lnTo>
                    <a:pt x="7118282" y="239191"/>
                  </a:lnTo>
                  <a:lnTo>
                    <a:pt x="7132056" y="282343"/>
                  </a:lnTo>
                  <a:lnTo>
                    <a:pt x="7140577" y="327587"/>
                  </a:lnTo>
                  <a:lnTo>
                    <a:pt x="7143495" y="374572"/>
                  </a:lnTo>
                  <a:lnTo>
                    <a:pt x="7143495" y="1872819"/>
                  </a:lnTo>
                  <a:lnTo>
                    <a:pt x="7140577" y="1919804"/>
                  </a:lnTo>
                  <a:lnTo>
                    <a:pt x="7132056" y="1965048"/>
                  </a:lnTo>
                  <a:lnTo>
                    <a:pt x="7118282" y="2008200"/>
                  </a:lnTo>
                  <a:lnTo>
                    <a:pt x="7099608" y="2048907"/>
                  </a:lnTo>
                  <a:lnTo>
                    <a:pt x="7076384" y="2086820"/>
                  </a:lnTo>
                  <a:lnTo>
                    <a:pt x="7048962" y="2121587"/>
                  </a:lnTo>
                  <a:lnTo>
                    <a:pt x="7017691" y="2152858"/>
                  </a:lnTo>
                  <a:lnTo>
                    <a:pt x="6982924" y="2180281"/>
                  </a:lnTo>
                  <a:lnTo>
                    <a:pt x="6945011" y="2203504"/>
                  </a:lnTo>
                  <a:lnTo>
                    <a:pt x="6904304" y="2222179"/>
                  </a:lnTo>
                  <a:lnTo>
                    <a:pt x="6861152" y="2235952"/>
                  </a:lnTo>
                  <a:lnTo>
                    <a:pt x="6815908" y="2244473"/>
                  </a:lnTo>
                  <a:lnTo>
                    <a:pt x="6768923" y="2247392"/>
                  </a:lnTo>
                  <a:lnTo>
                    <a:pt x="374572" y="2247392"/>
                  </a:lnTo>
                  <a:lnTo>
                    <a:pt x="327587" y="2244473"/>
                  </a:lnTo>
                  <a:lnTo>
                    <a:pt x="282343" y="2235952"/>
                  </a:lnTo>
                  <a:lnTo>
                    <a:pt x="239191" y="2222179"/>
                  </a:lnTo>
                  <a:lnTo>
                    <a:pt x="198484" y="2203504"/>
                  </a:lnTo>
                  <a:lnTo>
                    <a:pt x="160571" y="2180281"/>
                  </a:lnTo>
                  <a:lnTo>
                    <a:pt x="125804" y="2152858"/>
                  </a:lnTo>
                  <a:lnTo>
                    <a:pt x="94533" y="2121587"/>
                  </a:lnTo>
                  <a:lnTo>
                    <a:pt x="67110" y="2086820"/>
                  </a:lnTo>
                  <a:lnTo>
                    <a:pt x="43887" y="2048907"/>
                  </a:lnTo>
                  <a:lnTo>
                    <a:pt x="25213" y="2008200"/>
                  </a:lnTo>
                  <a:lnTo>
                    <a:pt x="11439" y="1965048"/>
                  </a:lnTo>
                  <a:lnTo>
                    <a:pt x="2918" y="1919804"/>
                  </a:lnTo>
                  <a:lnTo>
                    <a:pt x="0" y="1872819"/>
                  </a:lnTo>
                  <a:lnTo>
                    <a:pt x="0" y="374572"/>
                  </a:lnTo>
                  <a:close/>
                </a:path>
              </a:pathLst>
            </a:custGeom>
            <a:ln w="27869">
              <a:solidFill>
                <a:srgbClr val="4F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077644" y="2057479"/>
            <a:ext cx="2543175" cy="722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50" b="1" spc="-40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4550" b="1" spc="-81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550" b="1" spc="-84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550" b="1" spc="-4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550" b="1" spc="-1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4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5"/>
              </a:lnSpc>
            </a:pPr>
            <a:r>
              <a:rPr spc="-20" dirty="0"/>
              <a:t>S</a:t>
            </a:r>
            <a:r>
              <a:rPr sz="850" spc="-20" dirty="0"/>
              <a:t>.</a:t>
            </a:r>
            <a:r>
              <a:rPr sz="850" spc="25" dirty="0"/>
              <a:t> </a:t>
            </a:r>
            <a:r>
              <a:rPr spc="-50" dirty="0"/>
              <a:t>B</a:t>
            </a:r>
            <a:r>
              <a:rPr sz="850" spc="-50" dirty="0"/>
              <a:t>.</a:t>
            </a:r>
            <a:r>
              <a:rPr sz="850" spc="25" dirty="0"/>
              <a:t> </a:t>
            </a:r>
            <a:r>
              <a:rPr spc="-25" dirty="0"/>
              <a:t>Jain</a:t>
            </a:r>
            <a:r>
              <a:rPr spc="-30" dirty="0"/>
              <a:t> </a:t>
            </a:r>
            <a:r>
              <a:rPr spc="-65" dirty="0"/>
              <a:t>Institute</a:t>
            </a:r>
            <a:r>
              <a:rPr spc="-150" dirty="0"/>
              <a:t> </a:t>
            </a:r>
            <a:r>
              <a:rPr spc="-40" dirty="0"/>
              <a:t>of</a:t>
            </a:r>
            <a:r>
              <a:rPr spc="-125" dirty="0"/>
              <a:t> </a:t>
            </a:r>
            <a:r>
              <a:rPr spc="-55" dirty="0"/>
              <a:t>Technology</a:t>
            </a:r>
            <a:r>
              <a:rPr spc="-145" dirty="0"/>
              <a:t> </a:t>
            </a:r>
            <a:r>
              <a:rPr spc="-55" dirty="0"/>
              <a:t>Management</a:t>
            </a:r>
            <a:r>
              <a:rPr spc="-114" dirty="0"/>
              <a:t> </a:t>
            </a:r>
            <a:r>
              <a:rPr spc="-65" dirty="0"/>
              <a:t>and</a:t>
            </a:r>
            <a:r>
              <a:rPr spc="-45" dirty="0"/>
              <a:t> </a:t>
            </a:r>
            <a:r>
              <a:rPr spc="-55" dirty="0"/>
              <a:t>Research</a:t>
            </a:r>
            <a:r>
              <a:rPr sz="850" spc="-55" dirty="0"/>
              <a:t>,</a:t>
            </a:r>
            <a:r>
              <a:rPr sz="850" spc="25" dirty="0"/>
              <a:t> </a:t>
            </a:r>
            <a:r>
              <a:rPr spc="-10" dirty="0"/>
              <a:t>Nagpur</a:t>
            </a:r>
            <a:endParaRPr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839</Words>
  <Application>Microsoft Office PowerPoint</Application>
  <PresentationFormat>Custom</PresentationFormat>
  <Paragraphs>123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Lucida Sans Unicode</vt:lpstr>
      <vt:lpstr>Times New Roman</vt:lpstr>
      <vt:lpstr>Office Theme</vt:lpstr>
      <vt:lpstr>Experiential Learning Project Assessment-I on “Music Playlist Management System”</vt:lpstr>
      <vt:lpstr>Contents</vt:lpstr>
      <vt:lpstr>1. Problem Statement</vt:lpstr>
      <vt:lpstr>2. Objectives</vt:lpstr>
      <vt:lpstr>3. Algorithm</vt:lpstr>
      <vt:lpstr>4. Flowchart / Pseudocode</vt:lpstr>
      <vt:lpstr>5. Understanding of Python Logic</vt:lpstr>
      <vt:lpstr>6. GitHub Account, Repository &amp; Collaboration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abhishek das</cp:lastModifiedBy>
  <cp:revision>3</cp:revision>
  <dcterms:created xsi:type="dcterms:W3CDTF">2026-08-16T11:58:57Z</dcterms:created>
  <dcterms:modified xsi:type="dcterms:W3CDTF">2026-08-16T14:20:20Z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2026-08-16T00:00:00Z</vt:filetime>
  </property>
</Properties>
</file>